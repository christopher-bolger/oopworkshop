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94" r:id="rId6"/>
    <p:sldId id="286" r:id="rId7"/>
    <p:sldId id="257" r:id="rId8"/>
    <p:sldId id="287" r:id="rId9"/>
    <p:sldId id="262" r:id="rId10"/>
    <p:sldId id="258" r:id="rId11"/>
    <p:sldId id="261" r:id="rId12"/>
    <p:sldId id="260" r:id="rId13"/>
    <p:sldId id="289" r:id="rId14"/>
    <p:sldId id="302" r:id="rId15"/>
    <p:sldId id="297" r:id="rId16"/>
    <p:sldId id="298" r:id="rId17"/>
    <p:sldId id="301" r:id="rId18"/>
    <p:sldId id="29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0455F9-4DED-479B-BB22-F4157F2A6344}" v="275" dt="2026-10-18T21:33:14.813"/>
    <p1510:client id="{323167CC-5E16-45A4-B07A-FB6A4D450F3B}" v="6" dt="2026-10-17T23:44:03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96" autoAdjust="0"/>
    <p:restoredTop sz="90448" autoAdjust="0"/>
  </p:normalViewPr>
  <p:slideViewPr>
    <p:cSldViewPr snapToGrid="0">
      <p:cViewPr>
        <p:scale>
          <a:sx n="150" d="100"/>
          <a:sy n="150" d="100"/>
        </p:scale>
        <p:origin x="248" y="1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6" d="100"/>
          <a:sy n="126" d="100"/>
        </p:scale>
        <p:origin x="4912" y="1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20111314) Christopher Bolger" userId="1a7c878c-6816-4133-9581-cf19a84e97ca" providerId="ADAL" clId="{0E2BA8F3-B439-4807-B38C-9DD3AA7D704F}"/>
    <pc:docChg chg="modSld sldOrd">
      <pc:chgData name="(20111314) Christopher Bolger" userId="1a7c878c-6816-4133-9581-cf19a84e97ca" providerId="ADAL" clId="{0E2BA8F3-B439-4807-B38C-9DD3AA7D704F}" dt="2026-10-17T23:54:15.017" v="5"/>
      <pc:docMkLst>
        <pc:docMk/>
      </pc:docMkLst>
      <pc:sldChg chg="modSp">
        <pc:chgData name="(20111314) Christopher Bolger" userId="1a7c878c-6816-4133-9581-cf19a84e97ca" providerId="ADAL" clId="{0E2BA8F3-B439-4807-B38C-9DD3AA7D704F}" dt="2026-10-17T23:29:34.681" v="0"/>
        <pc:sldMkLst>
          <pc:docMk/>
          <pc:sldMk cId="3710209136" sldId="291"/>
        </pc:sldMkLst>
        <pc:spChg chg="mod">
          <ac:chgData name="(20111314) Christopher Bolger" userId="1a7c878c-6816-4133-9581-cf19a84e97ca" providerId="ADAL" clId="{0E2BA8F3-B439-4807-B38C-9DD3AA7D704F}" dt="2026-10-17T23:29:34.681" v="0"/>
          <ac:spMkLst>
            <pc:docMk/>
            <pc:sldMk cId="3710209136" sldId="291"/>
            <ac:spMk id="4" creationId="{648ABBF5-360B-BA27-C4E3-5873A6E9A6F4}"/>
          </ac:spMkLst>
        </pc:spChg>
      </pc:sldChg>
      <pc:sldChg chg="ord">
        <pc:chgData name="(20111314) Christopher Bolger" userId="1a7c878c-6816-4133-9581-cf19a84e97ca" providerId="ADAL" clId="{0E2BA8F3-B439-4807-B38C-9DD3AA7D704F}" dt="2026-10-17T23:30:50.321" v="1"/>
        <pc:sldMkLst>
          <pc:docMk/>
          <pc:sldMk cId="2745866110" sldId="293"/>
        </pc:sldMkLst>
      </pc:sldChg>
      <pc:sldChg chg="addSp delSp modSp">
        <pc:chgData name="(20111314) Christopher Bolger" userId="1a7c878c-6816-4133-9581-cf19a84e97ca" providerId="ADAL" clId="{0E2BA8F3-B439-4807-B38C-9DD3AA7D704F}" dt="2026-10-17T23:44:32.607" v="4"/>
        <pc:sldMkLst>
          <pc:docMk/>
          <pc:sldMk cId="1588454957" sldId="294"/>
        </pc:sldMkLst>
        <pc:spChg chg="add mod">
          <ac:chgData name="(20111314) Christopher Bolger" userId="1a7c878c-6816-4133-9581-cf19a84e97ca" providerId="ADAL" clId="{0E2BA8F3-B439-4807-B38C-9DD3AA7D704F}" dt="2026-10-17T23:31:30.642" v="2" actId="767"/>
          <ac:spMkLst>
            <pc:docMk/>
            <pc:sldMk cId="1588454957" sldId="294"/>
            <ac:spMk id="8" creationId="{9A4DB480-1CD4-7C2E-234D-4FB04B7D3165}"/>
          </ac:spMkLst>
        </pc:spChg>
        <pc:spChg chg="del">
          <ac:chgData name="(20111314) Christopher Bolger" userId="1a7c878c-6816-4133-9581-cf19a84e97ca" providerId="ADAL" clId="{0E2BA8F3-B439-4807-B38C-9DD3AA7D704F}" dt="2026-10-17T23:44:32.607" v="4"/>
          <ac:spMkLst>
            <pc:docMk/>
            <pc:sldMk cId="1588454957" sldId="294"/>
            <ac:spMk id="14" creationId="{9872AC45-B47A-EF18-9B73-2EC30B4715E8}"/>
          </ac:spMkLst>
        </pc:spChg>
        <pc:picChg chg="add mod">
          <ac:chgData name="(20111314) Christopher Bolger" userId="1a7c878c-6816-4133-9581-cf19a84e97ca" providerId="ADAL" clId="{0E2BA8F3-B439-4807-B38C-9DD3AA7D704F}" dt="2026-10-17T23:44:32.607" v="4"/>
          <ac:picMkLst>
            <pc:docMk/>
            <pc:sldMk cId="1588454957" sldId="294"/>
            <ac:picMk id="10" creationId="{4BDE7052-92A6-F5D1-DAA2-115EC1039F05}"/>
          </ac:picMkLst>
        </pc:picChg>
      </pc:sldChg>
      <pc:sldChg chg="modSp">
        <pc:chgData name="(20111314) Christopher Bolger" userId="1a7c878c-6816-4133-9581-cf19a84e97ca" providerId="ADAL" clId="{0E2BA8F3-B439-4807-B38C-9DD3AA7D704F}" dt="2026-10-17T23:44:03.339" v="3"/>
        <pc:sldMkLst>
          <pc:docMk/>
          <pc:sldMk cId="1188624639" sldId="295"/>
        </pc:sldMkLst>
        <pc:spChg chg="mod">
          <ac:chgData name="(20111314) Christopher Bolger" userId="1a7c878c-6816-4133-9581-cf19a84e97ca" providerId="ADAL" clId="{0E2BA8F3-B439-4807-B38C-9DD3AA7D704F}" dt="2026-10-17T23:44:03.339" v="3"/>
          <ac:spMkLst>
            <pc:docMk/>
            <pc:sldMk cId="1188624639" sldId="295"/>
            <ac:spMk id="2" creationId="{18E61457-7FEF-551D-2F0E-5F61F34419BC}"/>
          </ac:spMkLst>
        </pc:spChg>
      </pc:sldChg>
      <pc:sldChg chg="ord">
        <pc:chgData name="(20111314) Christopher Bolger" userId="1a7c878c-6816-4133-9581-cf19a84e97ca" providerId="ADAL" clId="{0E2BA8F3-B439-4807-B38C-9DD3AA7D704F}" dt="2026-10-17T23:54:15.017" v="5"/>
        <pc:sldMkLst>
          <pc:docMk/>
          <pc:sldMk cId="1621694782" sldId="296"/>
        </pc:sldMkLst>
      </pc:sldChg>
    </pc:docChg>
  </pc:docChgLst>
  <pc:docChgLst>
    <pc:chgData name="(20111314) Christopher Bolger" userId="1a7c878c-6816-4133-9581-cf19a84e97ca" providerId="ADAL" clId="{B9235E2A-1AC8-4C6E-8D8B-F1000B592DCC}"/>
    <pc:docChg chg="undo custSel addSld delSld modSld sldOrd">
      <pc:chgData name="(20111314) Christopher Bolger" userId="1a7c878c-6816-4133-9581-cf19a84e97ca" providerId="ADAL" clId="{B9235E2A-1AC8-4C6E-8D8B-F1000B592DCC}" dt="2026-10-18T21:33:14.812" v="3178"/>
      <pc:docMkLst>
        <pc:docMk/>
      </pc:docMkLst>
      <pc:sldChg chg="modTransition">
        <pc:chgData name="(20111314) Christopher Bolger" userId="1a7c878c-6816-4133-9581-cf19a84e97ca" providerId="ADAL" clId="{B9235E2A-1AC8-4C6E-8D8B-F1000B592DCC}" dt="2026-10-18T21:33:14.812" v="3178"/>
        <pc:sldMkLst>
          <pc:docMk/>
          <pc:sldMk cId="3946934594" sldId="256"/>
        </pc:sldMkLst>
      </pc:sldChg>
      <pc:sldChg chg="modTransition">
        <pc:chgData name="(20111314) Christopher Bolger" userId="1a7c878c-6816-4133-9581-cf19a84e97ca" providerId="ADAL" clId="{B9235E2A-1AC8-4C6E-8D8B-F1000B592DCC}" dt="2026-10-18T21:30:43.876" v="3117"/>
        <pc:sldMkLst>
          <pc:docMk/>
          <pc:sldMk cId="2902794312" sldId="257"/>
        </pc:sldMkLst>
      </pc:sldChg>
      <pc:sldChg chg="modSp mod modTransition modNotesTx">
        <pc:chgData name="(20111314) Christopher Bolger" userId="1a7c878c-6816-4133-9581-cf19a84e97ca" providerId="ADAL" clId="{B9235E2A-1AC8-4C6E-8D8B-F1000B592DCC}" dt="2026-10-18T21:30:43.876" v="3117"/>
        <pc:sldMkLst>
          <pc:docMk/>
          <pc:sldMk cId="3733486012" sldId="258"/>
        </pc:sldMkLst>
        <pc:picChg chg="mod">
          <ac:chgData name="(20111314) Christopher Bolger" userId="1a7c878c-6816-4133-9581-cf19a84e97ca" providerId="ADAL" clId="{B9235E2A-1AC8-4C6E-8D8B-F1000B592DCC}" dt="2026-10-18T17:24:59.090" v="2" actId="1076"/>
          <ac:picMkLst>
            <pc:docMk/>
            <pc:sldMk cId="3733486012" sldId="258"/>
            <ac:picMk id="4" creationId="{99633E5F-A132-128A-C58E-D29713729847}"/>
          </ac:picMkLst>
        </pc:picChg>
      </pc:sldChg>
      <pc:sldChg chg="modTransition modNotesTx">
        <pc:chgData name="(20111314) Christopher Bolger" userId="1a7c878c-6816-4133-9581-cf19a84e97ca" providerId="ADAL" clId="{B9235E2A-1AC8-4C6E-8D8B-F1000B592DCC}" dt="2026-10-18T21:30:43.876" v="3117"/>
        <pc:sldMkLst>
          <pc:docMk/>
          <pc:sldMk cId="709828751" sldId="260"/>
        </pc:sldMkLst>
      </pc:sldChg>
      <pc:sldChg chg="modSp mod modTransition modNotesTx">
        <pc:chgData name="(20111314) Christopher Bolger" userId="1a7c878c-6816-4133-9581-cf19a84e97ca" providerId="ADAL" clId="{B9235E2A-1AC8-4C6E-8D8B-F1000B592DCC}" dt="2026-10-18T21:30:43.876" v="3117"/>
        <pc:sldMkLst>
          <pc:docMk/>
          <pc:sldMk cId="3607270498" sldId="261"/>
        </pc:sldMkLst>
        <pc:spChg chg="mod">
          <ac:chgData name="(20111314) Christopher Bolger" userId="1a7c878c-6816-4133-9581-cf19a84e97ca" providerId="ADAL" clId="{B9235E2A-1AC8-4C6E-8D8B-F1000B592DCC}" dt="2026-10-18T17:32:38.961" v="365" actId="33524"/>
          <ac:spMkLst>
            <pc:docMk/>
            <pc:sldMk cId="3607270498" sldId="261"/>
            <ac:spMk id="6" creationId="{000A9570-5EF6-4AFB-9FCA-7C8998E3FEB1}"/>
          </ac:spMkLst>
        </pc:spChg>
        <pc:spChg chg="mod">
          <ac:chgData name="(20111314) Christopher Bolger" userId="1a7c878c-6816-4133-9581-cf19a84e97ca" providerId="ADAL" clId="{B9235E2A-1AC8-4C6E-8D8B-F1000B592DCC}" dt="2026-10-18T18:57:20.029" v="1962" actId="20577"/>
          <ac:spMkLst>
            <pc:docMk/>
            <pc:sldMk cId="3607270498" sldId="261"/>
            <ac:spMk id="8" creationId="{47DC4E62-1A34-4F98-A451-214F1808519C}"/>
          </ac:spMkLst>
        </pc:spChg>
      </pc:sldChg>
      <pc:sldChg chg="modTransition modNotesTx">
        <pc:chgData name="(20111314) Christopher Bolger" userId="1a7c878c-6816-4133-9581-cf19a84e97ca" providerId="ADAL" clId="{B9235E2A-1AC8-4C6E-8D8B-F1000B592DCC}" dt="2026-10-18T21:30:43.876" v="3117"/>
        <pc:sldMkLst>
          <pc:docMk/>
          <pc:sldMk cId="3892131414" sldId="262"/>
        </pc:sldMkLst>
      </pc:sldChg>
      <pc:sldChg chg="del">
        <pc:chgData name="(20111314) Christopher Bolger" userId="1a7c878c-6816-4133-9581-cf19a84e97ca" providerId="ADAL" clId="{B9235E2A-1AC8-4C6E-8D8B-F1000B592DCC}" dt="2026-10-18T17:41:17.847" v="1131" actId="47"/>
        <pc:sldMkLst>
          <pc:docMk/>
          <pc:sldMk cId="663103393" sldId="264"/>
        </pc:sldMkLst>
      </pc:sldChg>
      <pc:sldChg chg="del">
        <pc:chgData name="(20111314) Christopher Bolger" userId="1a7c878c-6816-4133-9581-cf19a84e97ca" providerId="ADAL" clId="{B9235E2A-1AC8-4C6E-8D8B-F1000B592DCC}" dt="2026-10-18T17:41:18.843" v="1132" actId="47"/>
        <pc:sldMkLst>
          <pc:docMk/>
          <pc:sldMk cId="1065425595" sldId="266"/>
        </pc:sldMkLst>
      </pc:sldChg>
      <pc:sldChg chg="del">
        <pc:chgData name="(20111314) Christopher Bolger" userId="1a7c878c-6816-4133-9581-cf19a84e97ca" providerId="ADAL" clId="{B9235E2A-1AC8-4C6E-8D8B-F1000B592DCC}" dt="2026-10-18T17:41:20.660" v="1134" actId="47"/>
        <pc:sldMkLst>
          <pc:docMk/>
          <pc:sldMk cId="914134537" sldId="267"/>
        </pc:sldMkLst>
      </pc:sldChg>
      <pc:sldChg chg="modSp del mod ord">
        <pc:chgData name="(20111314) Christopher Bolger" userId="1a7c878c-6816-4133-9581-cf19a84e97ca" providerId="ADAL" clId="{B9235E2A-1AC8-4C6E-8D8B-F1000B592DCC}" dt="2026-10-18T17:41:45.286" v="1142" actId="47"/>
        <pc:sldMkLst>
          <pc:docMk/>
          <pc:sldMk cId="44069682" sldId="268"/>
        </pc:sldMkLst>
        <pc:spChg chg="mod">
          <ac:chgData name="(20111314) Christopher Bolger" userId="1a7c878c-6816-4133-9581-cf19a84e97ca" providerId="ADAL" clId="{B9235E2A-1AC8-4C6E-8D8B-F1000B592DCC}" dt="2026-10-18T17:41:31.244" v="1138" actId="20577"/>
          <ac:spMkLst>
            <pc:docMk/>
            <pc:sldMk cId="44069682" sldId="268"/>
            <ac:spMk id="2" creationId="{632BE5BF-9922-45FB-8F3F-4446D40A051B}"/>
          </ac:spMkLst>
        </pc:spChg>
      </pc:sldChg>
      <pc:sldChg chg="del">
        <pc:chgData name="(20111314) Christopher Bolger" userId="1a7c878c-6816-4133-9581-cf19a84e97ca" providerId="ADAL" clId="{B9235E2A-1AC8-4C6E-8D8B-F1000B592DCC}" dt="2026-10-18T17:41:21.662" v="1135" actId="47"/>
        <pc:sldMkLst>
          <pc:docMk/>
          <pc:sldMk cId="429771863" sldId="269"/>
        </pc:sldMkLst>
      </pc:sldChg>
      <pc:sldChg chg="del">
        <pc:chgData name="(20111314) Christopher Bolger" userId="1a7c878c-6816-4133-9581-cf19a84e97ca" providerId="ADAL" clId="{B9235E2A-1AC8-4C6E-8D8B-F1000B592DCC}" dt="2026-10-18T17:41:16.872" v="1130" actId="47"/>
        <pc:sldMkLst>
          <pc:docMk/>
          <pc:sldMk cId="451187730" sldId="283"/>
        </pc:sldMkLst>
      </pc:sldChg>
      <pc:sldChg chg="del">
        <pc:chgData name="(20111314) Christopher Bolger" userId="1a7c878c-6816-4133-9581-cf19a84e97ca" providerId="ADAL" clId="{B9235E2A-1AC8-4C6E-8D8B-F1000B592DCC}" dt="2026-10-18T17:41:19.881" v="1133" actId="47"/>
        <pc:sldMkLst>
          <pc:docMk/>
          <pc:sldMk cId="3322300142" sldId="284"/>
        </pc:sldMkLst>
      </pc:sldChg>
      <pc:sldChg chg="del">
        <pc:chgData name="(20111314) Christopher Bolger" userId="1a7c878c-6816-4133-9581-cf19a84e97ca" providerId="ADAL" clId="{B9235E2A-1AC8-4C6E-8D8B-F1000B592DCC}" dt="2026-10-18T17:41:22.790" v="1136" actId="47"/>
        <pc:sldMkLst>
          <pc:docMk/>
          <pc:sldMk cId="59582380" sldId="285"/>
        </pc:sldMkLst>
      </pc:sldChg>
      <pc:sldChg chg="modSp mod modTransition">
        <pc:chgData name="(20111314) Christopher Bolger" userId="1a7c878c-6816-4133-9581-cf19a84e97ca" providerId="ADAL" clId="{B9235E2A-1AC8-4C6E-8D8B-F1000B592DCC}" dt="2026-10-18T21:30:43.876" v="3117"/>
        <pc:sldMkLst>
          <pc:docMk/>
          <pc:sldMk cId="2089725629" sldId="286"/>
        </pc:sldMkLst>
        <pc:spChg chg="mod">
          <ac:chgData name="(20111314) Christopher Bolger" userId="1a7c878c-6816-4133-9581-cf19a84e97ca" providerId="ADAL" clId="{B9235E2A-1AC8-4C6E-8D8B-F1000B592DCC}" dt="2026-10-18T20:14:01.534" v="2777" actId="20577"/>
          <ac:spMkLst>
            <pc:docMk/>
            <pc:sldMk cId="2089725629" sldId="286"/>
            <ac:spMk id="21" creationId="{96B02097-2A94-0EA5-D27E-B563BBA00F2C}"/>
          </ac:spMkLst>
        </pc:spChg>
        <pc:spChg chg="mod">
          <ac:chgData name="(20111314) Christopher Bolger" userId="1a7c878c-6816-4133-9581-cf19a84e97ca" providerId="ADAL" clId="{B9235E2A-1AC8-4C6E-8D8B-F1000B592DCC}" dt="2026-10-18T20:13:57.435" v="2770" actId="20577"/>
          <ac:spMkLst>
            <pc:docMk/>
            <pc:sldMk cId="2089725629" sldId="286"/>
            <ac:spMk id="22" creationId="{77DB0714-DE8D-798E-D328-16423E5FCD44}"/>
          </ac:spMkLst>
        </pc:spChg>
      </pc:sldChg>
      <pc:sldChg chg="modTransition modNotesTx">
        <pc:chgData name="(20111314) Christopher Bolger" userId="1a7c878c-6816-4133-9581-cf19a84e97ca" providerId="ADAL" clId="{B9235E2A-1AC8-4C6E-8D8B-F1000B592DCC}" dt="2026-10-18T21:30:43.876" v="3117"/>
        <pc:sldMkLst>
          <pc:docMk/>
          <pc:sldMk cId="971440808" sldId="287"/>
        </pc:sldMkLst>
      </pc:sldChg>
      <pc:sldChg chg="modTransition modNotesTx">
        <pc:chgData name="(20111314) Christopher Bolger" userId="1a7c878c-6816-4133-9581-cf19a84e97ca" providerId="ADAL" clId="{B9235E2A-1AC8-4C6E-8D8B-F1000B592DCC}" dt="2026-10-18T21:30:43.876" v="3117"/>
        <pc:sldMkLst>
          <pc:docMk/>
          <pc:sldMk cId="2249206006" sldId="289"/>
        </pc:sldMkLst>
      </pc:sldChg>
      <pc:sldChg chg="del">
        <pc:chgData name="(20111314) Christopher Bolger" userId="1a7c878c-6816-4133-9581-cf19a84e97ca" providerId="ADAL" clId="{B9235E2A-1AC8-4C6E-8D8B-F1000B592DCC}" dt="2026-10-18T17:34:34.265" v="381" actId="47"/>
        <pc:sldMkLst>
          <pc:docMk/>
          <pc:sldMk cId="461595441" sldId="290"/>
        </pc:sldMkLst>
      </pc:sldChg>
      <pc:sldChg chg="addSp delSp modSp del mod">
        <pc:chgData name="(20111314) Christopher Bolger" userId="1a7c878c-6816-4133-9581-cf19a84e97ca" providerId="ADAL" clId="{B9235E2A-1AC8-4C6E-8D8B-F1000B592DCC}" dt="2026-10-18T21:16:42.770" v="3102" actId="47"/>
        <pc:sldMkLst>
          <pc:docMk/>
          <pc:sldMk cId="3710209136" sldId="291"/>
        </pc:sldMkLst>
        <pc:spChg chg="add del mod">
          <ac:chgData name="(20111314) Christopher Bolger" userId="1a7c878c-6816-4133-9581-cf19a84e97ca" providerId="ADAL" clId="{B9235E2A-1AC8-4C6E-8D8B-F1000B592DCC}" dt="2026-10-18T19:48:50.588" v="2568" actId="478"/>
          <ac:spMkLst>
            <pc:docMk/>
            <pc:sldMk cId="3710209136" sldId="291"/>
            <ac:spMk id="5" creationId="{D81791CF-3526-7BC1-246C-9A9DF7E84E6B}"/>
          </ac:spMkLst>
        </pc:spChg>
        <pc:spChg chg="add del mod">
          <ac:chgData name="(20111314) Christopher Bolger" userId="1a7c878c-6816-4133-9581-cf19a84e97ca" providerId="ADAL" clId="{B9235E2A-1AC8-4C6E-8D8B-F1000B592DCC}" dt="2026-10-18T19:19:38.805" v="2240" actId="11529"/>
          <ac:spMkLst>
            <pc:docMk/>
            <pc:sldMk cId="3710209136" sldId="291"/>
            <ac:spMk id="5" creationId="{E41508A0-96D9-6658-AA7A-2296E8C95358}"/>
          </ac:spMkLst>
        </pc:spChg>
        <pc:spChg chg="add del mod">
          <ac:chgData name="(20111314) Christopher Bolger" userId="1a7c878c-6816-4133-9581-cf19a84e97ca" providerId="ADAL" clId="{B9235E2A-1AC8-4C6E-8D8B-F1000B592DCC}" dt="2026-10-18T19:48:48.157" v="2567" actId="478"/>
          <ac:spMkLst>
            <pc:docMk/>
            <pc:sldMk cId="3710209136" sldId="291"/>
            <ac:spMk id="6" creationId="{1AF9B5FE-ED12-9E18-E49C-047110FCB5DA}"/>
          </ac:spMkLst>
        </pc:spChg>
        <pc:spChg chg="add del mod">
          <ac:chgData name="(20111314) Christopher Bolger" userId="1a7c878c-6816-4133-9581-cf19a84e97ca" providerId="ADAL" clId="{B9235E2A-1AC8-4C6E-8D8B-F1000B592DCC}" dt="2026-10-18T19:48:48.157" v="2567" actId="478"/>
          <ac:spMkLst>
            <pc:docMk/>
            <pc:sldMk cId="3710209136" sldId="291"/>
            <ac:spMk id="7" creationId="{6D34A249-7ED5-6FA9-9DB4-CC4B63880FEF}"/>
          </ac:spMkLst>
        </pc:spChg>
        <pc:spChg chg="add del mod">
          <ac:chgData name="(20111314) Christopher Bolger" userId="1a7c878c-6816-4133-9581-cf19a84e97ca" providerId="ADAL" clId="{B9235E2A-1AC8-4C6E-8D8B-F1000B592DCC}" dt="2026-10-18T19:22:43.187" v="2277" actId="478"/>
          <ac:spMkLst>
            <pc:docMk/>
            <pc:sldMk cId="3710209136" sldId="291"/>
            <ac:spMk id="13" creationId="{6CA25A89-7A7E-9F60-FC0A-2C52E308040A}"/>
          </ac:spMkLst>
        </pc:spChg>
        <pc:spChg chg="add del mod">
          <ac:chgData name="(20111314) Christopher Bolger" userId="1a7c878c-6816-4133-9581-cf19a84e97ca" providerId="ADAL" clId="{B9235E2A-1AC8-4C6E-8D8B-F1000B592DCC}" dt="2026-10-18T19:48:50.588" v="2568" actId="478"/>
          <ac:spMkLst>
            <pc:docMk/>
            <pc:sldMk cId="3710209136" sldId="291"/>
            <ac:spMk id="18" creationId="{40CDBF42-5BF1-BFD9-65A8-2712A30E89AA}"/>
          </ac:spMkLst>
        </pc:spChg>
        <pc:spChg chg="add del mod">
          <ac:chgData name="(20111314) Christopher Bolger" userId="1a7c878c-6816-4133-9581-cf19a84e97ca" providerId="ADAL" clId="{B9235E2A-1AC8-4C6E-8D8B-F1000B592DCC}" dt="2026-10-18T19:26:03.195" v="2299" actId="478"/>
          <ac:spMkLst>
            <pc:docMk/>
            <pc:sldMk cId="3710209136" sldId="291"/>
            <ac:spMk id="24" creationId="{3BA1F1FE-8B5D-F78E-4359-3EB16DA3096D}"/>
          </ac:spMkLst>
        </pc:spChg>
        <pc:spChg chg="add del mod ord">
          <ac:chgData name="(20111314) Christopher Bolger" userId="1a7c878c-6816-4133-9581-cf19a84e97ca" providerId="ADAL" clId="{B9235E2A-1AC8-4C6E-8D8B-F1000B592DCC}" dt="2026-10-18T19:48:48.157" v="2567" actId="478"/>
          <ac:spMkLst>
            <pc:docMk/>
            <pc:sldMk cId="3710209136" sldId="291"/>
            <ac:spMk id="29" creationId="{62BE45B3-6B70-8EA1-D9F5-CD9EBD00E340}"/>
          </ac:spMkLst>
        </pc:spChg>
        <pc:spChg chg="add del mod ord">
          <ac:chgData name="(20111314) Christopher Bolger" userId="1a7c878c-6816-4133-9581-cf19a84e97ca" providerId="ADAL" clId="{B9235E2A-1AC8-4C6E-8D8B-F1000B592DCC}" dt="2026-10-18T19:48:50.588" v="2568" actId="478"/>
          <ac:spMkLst>
            <pc:docMk/>
            <pc:sldMk cId="3710209136" sldId="291"/>
            <ac:spMk id="30" creationId="{20982C8D-D5F0-E2A9-8D68-A3AC5CF052BB}"/>
          </ac:spMkLst>
        </pc:spChg>
        <pc:spChg chg="add mod">
          <ac:chgData name="(20111314) Christopher Bolger" userId="1a7c878c-6816-4133-9581-cf19a84e97ca" providerId="ADAL" clId="{B9235E2A-1AC8-4C6E-8D8B-F1000B592DCC}" dt="2026-10-18T19:33:44.912" v="2374" actId="571"/>
          <ac:spMkLst>
            <pc:docMk/>
            <pc:sldMk cId="3710209136" sldId="291"/>
            <ac:spMk id="31" creationId="{E1FEE547-1ECF-73EE-5CC9-602342ADB1D9}"/>
          </ac:spMkLst>
        </pc:spChg>
        <pc:spChg chg="add mod">
          <ac:chgData name="(20111314) Christopher Bolger" userId="1a7c878c-6816-4133-9581-cf19a84e97ca" providerId="ADAL" clId="{B9235E2A-1AC8-4C6E-8D8B-F1000B592DCC}" dt="2026-10-18T19:33:44.912" v="2374" actId="571"/>
          <ac:spMkLst>
            <pc:docMk/>
            <pc:sldMk cId="3710209136" sldId="291"/>
            <ac:spMk id="32" creationId="{609992B3-67D7-C37C-7817-56AE776BE67D}"/>
          </ac:spMkLst>
        </pc:spChg>
        <pc:spChg chg="add del mod">
          <ac:chgData name="(20111314) Christopher Bolger" userId="1a7c878c-6816-4133-9581-cf19a84e97ca" providerId="ADAL" clId="{B9235E2A-1AC8-4C6E-8D8B-F1000B592DCC}" dt="2026-10-18T19:40:56.396" v="2448" actId="478"/>
          <ac:spMkLst>
            <pc:docMk/>
            <pc:sldMk cId="3710209136" sldId="291"/>
            <ac:spMk id="33" creationId="{7E1D5D20-68C6-23CD-074F-6CC36E50C2C1}"/>
          </ac:spMkLst>
        </pc:spChg>
        <pc:picChg chg="del mod modCrop">
          <ac:chgData name="(20111314) Christopher Bolger" userId="1a7c878c-6816-4133-9581-cf19a84e97ca" providerId="ADAL" clId="{B9235E2A-1AC8-4C6E-8D8B-F1000B592DCC}" dt="2026-10-18T19:25:56.270" v="2298" actId="478"/>
          <ac:picMkLst>
            <pc:docMk/>
            <pc:sldMk cId="3710209136" sldId="291"/>
            <ac:picMk id="7" creationId="{B1AF48C1-BF37-45D4-2D04-233B91080EE4}"/>
          </ac:picMkLst>
        </pc:picChg>
        <pc:picChg chg="add mod modCrop">
          <ac:chgData name="(20111314) Christopher Bolger" userId="1a7c878c-6816-4133-9581-cf19a84e97ca" providerId="ADAL" clId="{B9235E2A-1AC8-4C6E-8D8B-F1000B592DCC}" dt="2026-10-18T19:52:07.094" v="2575" actId="34807"/>
          <ac:picMkLst>
            <pc:docMk/>
            <pc:sldMk cId="3710209136" sldId="291"/>
            <ac:picMk id="8" creationId="{64176F51-1571-8E91-AA71-EF86D6ED20FF}"/>
          </ac:picMkLst>
        </pc:picChg>
        <pc:picChg chg="add del mod ord modCrop">
          <ac:chgData name="(20111314) Christopher Bolger" userId="1a7c878c-6816-4133-9581-cf19a84e97ca" providerId="ADAL" clId="{B9235E2A-1AC8-4C6E-8D8B-F1000B592DCC}" dt="2026-10-18T19:49:15.140" v="2570" actId="478"/>
          <ac:picMkLst>
            <pc:docMk/>
            <pc:sldMk cId="3710209136" sldId="291"/>
            <ac:picMk id="22" creationId="{4715135C-87E8-7F47-BF9C-A956587E3E7C}"/>
          </ac:picMkLst>
        </pc:picChg>
        <pc:cxnChg chg="add del mod ord">
          <ac:chgData name="(20111314) Christopher Bolger" userId="1a7c878c-6816-4133-9581-cf19a84e97ca" providerId="ADAL" clId="{B9235E2A-1AC8-4C6E-8D8B-F1000B592DCC}" dt="2026-10-18T19:48:55.139" v="2569" actId="478"/>
          <ac:cxnSpMkLst>
            <pc:docMk/>
            <pc:sldMk cId="3710209136" sldId="291"/>
            <ac:cxnSpMk id="9" creationId="{F3435119-E3D8-9A63-F8C9-1316071C3D75}"/>
          </ac:cxnSpMkLst>
        </pc:cxnChg>
        <pc:cxnChg chg="add del mod ord">
          <ac:chgData name="(20111314) Christopher Bolger" userId="1a7c878c-6816-4133-9581-cf19a84e97ca" providerId="ADAL" clId="{B9235E2A-1AC8-4C6E-8D8B-F1000B592DCC}" dt="2026-10-18T19:26:43.371" v="2304" actId="478"/>
          <ac:cxnSpMkLst>
            <pc:docMk/>
            <pc:sldMk cId="3710209136" sldId="291"/>
            <ac:cxnSpMk id="10" creationId="{73C4A24A-D1C7-37BB-CFEB-C05FC9FD9775}"/>
          </ac:cxnSpMkLst>
        </pc:cxnChg>
        <pc:cxnChg chg="add del mod">
          <ac:chgData name="(20111314) Christopher Bolger" userId="1a7c878c-6816-4133-9581-cf19a84e97ca" providerId="ADAL" clId="{B9235E2A-1AC8-4C6E-8D8B-F1000B592DCC}" dt="2026-10-18T19:48:55.139" v="2569" actId="478"/>
          <ac:cxnSpMkLst>
            <pc:docMk/>
            <pc:sldMk cId="3710209136" sldId="291"/>
            <ac:cxnSpMk id="11" creationId="{CA4C4612-CBCE-BA3D-7036-235CE8E0A346}"/>
          </ac:cxnSpMkLst>
        </pc:cxnChg>
        <pc:cxnChg chg="add del mod">
          <ac:chgData name="(20111314) Christopher Bolger" userId="1a7c878c-6816-4133-9581-cf19a84e97ca" providerId="ADAL" clId="{B9235E2A-1AC8-4C6E-8D8B-F1000B592DCC}" dt="2026-10-18T19:48:55.139" v="2569" actId="478"/>
          <ac:cxnSpMkLst>
            <pc:docMk/>
            <pc:sldMk cId="3710209136" sldId="291"/>
            <ac:cxnSpMk id="12" creationId="{F115E55E-6FE4-CDB3-289F-8B054B264E08}"/>
          </ac:cxnSpMkLst>
        </pc:cxnChg>
        <pc:cxnChg chg="add del mod">
          <ac:chgData name="(20111314) Christopher Bolger" userId="1a7c878c-6816-4133-9581-cf19a84e97ca" providerId="ADAL" clId="{B9235E2A-1AC8-4C6E-8D8B-F1000B592DCC}" dt="2026-10-18T19:48:55.139" v="2569" actId="478"/>
          <ac:cxnSpMkLst>
            <pc:docMk/>
            <pc:sldMk cId="3710209136" sldId="291"/>
            <ac:cxnSpMk id="28" creationId="{AB1D5CB1-1C77-B5AE-9357-934C2E07E6B3}"/>
          </ac:cxnSpMkLst>
        </pc:cxnChg>
      </pc:sldChg>
      <pc:sldChg chg="del">
        <pc:chgData name="(20111314) Christopher Bolger" userId="1a7c878c-6816-4133-9581-cf19a84e97ca" providerId="ADAL" clId="{B9235E2A-1AC8-4C6E-8D8B-F1000B592DCC}" dt="2026-10-18T17:41:15.714" v="1129" actId="47"/>
        <pc:sldMkLst>
          <pc:docMk/>
          <pc:sldMk cId="2360325055" sldId="292"/>
        </pc:sldMkLst>
      </pc:sldChg>
      <pc:sldChg chg="addSp delSp modSp mod ord modTransition modNotesTx">
        <pc:chgData name="(20111314) Christopher Bolger" userId="1a7c878c-6816-4133-9581-cf19a84e97ca" providerId="ADAL" clId="{B9235E2A-1AC8-4C6E-8D8B-F1000B592DCC}" dt="2026-10-18T21:30:54.230" v="3119"/>
        <pc:sldMkLst>
          <pc:docMk/>
          <pc:sldMk cId="1588454957" sldId="294"/>
        </pc:sldMkLst>
        <pc:spChg chg="add mod">
          <ac:chgData name="(20111314) Christopher Bolger" userId="1a7c878c-6816-4133-9581-cf19a84e97ca" providerId="ADAL" clId="{B9235E2A-1AC8-4C6E-8D8B-F1000B592DCC}" dt="2026-10-18T18:30:23.404" v="1375" actId="5793"/>
          <ac:spMkLst>
            <pc:docMk/>
            <pc:sldMk cId="1588454957" sldId="294"/>
            <ac:spMk id="4" creationId="{DB959FCD-13D9-78FC-9688-6C5F9006DD16}"/>
          </ac:spMkLst>
        </pc:spChg>
        <pc:spChg chg="mod">
          <ac:chgData name="(20111314) Christopher Bolger" userId="1a7c878c-6816-4133-9581-cf19a84e97ca" providerId="ADAL" clId="{B9235E2A-1AC8-4C6E-8D8B-F1000B592DCC}" dt="2026-10-18T21:13:42.538" v="2918" actId="20577"/>
          <ac:spMkLst>
            <pc:docMk/>
            <pc:sldMk cId="1588454957" sldId="294"/>
            <ac:spMk id="8" creationId="{9A4DB480-1CD4-7C2E-234D-4FB04B7D3165}"/>
          </ac:spMkLst>
        </pc:spChg>
        <pc:spChg chg="mod">
          <ac:chgData name="(20111314) Christopher Bolger" userId="1a7c878c-6816-4133-9581-cf19a84e97ca" providerId="ADAL" clId="{B9235E2A-1AC8-4C6E-8D8B-F1000B592DCC}" dt="2026-10-18T18:30:47.332" v="1380" actId="20577"/>
          <ac:spMkLst>
            <pc:docMk/>
            <pc:sldMk cId="1588454957" sldId="294"/>
            <ac:spMk id="12" creationId="{3ED78D01-F64D-CCDD-673F-8A803B142AC5}"/>
          </ac:spMkLst>
        </pc:spChg>
        <pc:picChg chg="mod modCrop">
          <ac:chgData name="(20111314) Christopher Bolger" userId="1a7c878c-6816-4133-9581-cf19a84e97ca" providerId="ADAL" clId="{B9235E2A-1AC8-4C6E-8D8B-F1000B592DCC}" dt="2026-10-18T21:29:26.273" v="3110" actId="1076"/>
          <ac:picMkLst>
            <pc:docMk/>
            <pc:sldMk cId="1588454957" sldId="294"/>
            <ac:picMk id="7" creationId="{FAF9D9FF-13BE-379F-6A66-BBA0C7C7FA91}"/>
          </ac:picMkLst>
        </pc:picChg>
        <pc:picChg chg="del">
          <ac:chgData name="(20111314) Christopher Bolger" userId="1a7c878c-6816-4133-9581-cf19a84e97ca" providerId="ADAL" clId="{B9235E2A-1AC8-4C6E-8D8B-F1000B592DCC}" dt="2026-10-18T17:41:56.178" v="1146" actId="478"/>
          <ac:picMkLst>
            <pc:docMk/>
            <pc:sldMk cId="1588454957" sldId="294"/>
            <ac:picMk id="10" creationId="{4BDE7052-92A6-F5D1-DAA2-115EC1039F05}"/>
          </ac:picMkLst>
        </pc:picChg>
      </pc:sldChg>
      <pc:sldChg chg="modSp del mod">
        <pc:chgData name="(20111314) Christopher Bolger" userId="1a7c878c-6816-4133-9581-cf19a84e97ca" providerId="ADAL" clId="{B9235E2A-1AC8-4C6E-8D8B-F1000B592DCC}" dt="2026-10-18T17:41:53.902" v="1145" actId="47"/>
        <pc:sldMkLst>
          <pc:docMk/>
          <pc:sldMk cId="1188624639" sldId="295"/>
        </pc:sldMkLst>
        <pc:spChg chg="mod">
          <ac:chgData name="(20111314) Christopher Bolger" userId="1a7c878c-6816-4133-9581-cf19a84e97ca" providerId="ADAL" clId="{B9235E2A-1AC8-4C6E-8D8B-F1000B592DCC}" dt="2026-10-18T17:33:50.661" v="377" actId="20577"/>
          <ac:spMkLst>
            <pc:docMk/>
            <pc:sldMk cId="1188624639" sldId="295"/>
            <ac:spMk id="2" creationId="{18E61457-7FEF-551D-2F0E-5F61F34419BC}"/>
          </ac:spMkLst>
        </pc:spChg>
      </pc:sldChg>
      <pc:sldChg chg="del">
        <pc:chgData name="(20111314) Christopher Bolger" userId="1a7c878c-6816-4133-9581-cf19a84e97ca" providerId="ADAL" clId="{B9235E2A-1AC8-4C6E-8D8B-F1000B592DCC}" dt="2026-10-18T17:41:09.476" v="1128" actId="47"/>
        <pc:sldMkLst>
          <pc:docMk/>
          <pc:sldMk cId="1621694782" sldId="296"/>
        </pc:sldMkLst>
      </pc:sldChg>
      <pc:sldChg chg="modSp add mod ord modTransition modNotesTx">
        <pc:chgData name="(20111314) Christopher Bolger" userId="1a7c878c-6816-4133-9581-cf19a84e97ca" providerId="ADAL" clId="{B9235E2A-1AC8-4C6E-8D8B-F1000B592DCC}" dt="2026-10-18T21:30:43.876" v="3117"/>
        <pc:sldMkLst>
          <pc:docMk/>
          <pc:sldMk cId="3467591595" sldId="297"/>
        </pc:sldMkLst>
        <pc:spChg chg="mod">
          <ac:chgData name="(20111314) Christopher Bolger" userId="1a7c878c-6816-4133-9581-cf19a84e97ca" providerId="ADAL" clId="{B9235E2A-1AC8-4C6E-8D8B-F1000B592DCC}" dt="2026-10-18T21:30:17.522" v="3113" actId="207"/>
          <ac:spMkLst>
            <pc:docMk/>
            <pc:sldMk cId="3467591595" sldId="297"/>
            <ac:spMk id="14" creationId="{16502D68-F106-DD02-D048-C389FD750B2E}"/>
          </ac:spMkLst>
        </pc:spChg>
      </pc:sldChg>
      <pc:sldChg chg="add ord modTransition modNotesTx">
        <pc:chgData name="(20111314) Christopher Bolger" userId="1a7c878c-6816-4133-9581-cf19a84e97ca" providerId="ADAL" clId="{B9235E2A-1AC8-4C6E-8D8B-F1000B592DCC}" dt="2026-10-18T21:30:43.876" v="3117"/>
        <pc:sldMkLst>
          <pc:docMk/>
          <pc:sldMk cId="553825258" sldId="298"/>
        </pc:sldMkLst>
      </pc:sldChg>
      <pc:sldChg chg="modSp add mod ord modTransition modNotesTx">
        <pc:chgData name="(20111314) Christopher Bolger" userId="1a7c878c-6816-4133-9581-cf19a84e97ca" providerId="ADAL" clId="{B9235E2A-1AC8-4C6E-8D8B-F1000B592DCC}" dt="2026-10-18T21:30:43.876" v="3117"/>
        <pc:sldMkLst>
          <pc:docMk/>
          <pc:sldMk cId="39138388" sldId="299"/>
        </pc:sldMkLst>
        <pc:spChg chg="mod">
          <ac:chgData name="(20111314) Christopher Bolger" userId="1a7c878c-6816-4133-9581-cf19a84e97ca" providerId="ADAL" clId="{B9235E2A-1AC8-4C6E-8D8B-F1000B592DCC}" dt="2026-10-18T21:07:27.379" v="2876" actId="20577"/>
          <ac:spMkLst>
            <pc:docMk/>
            <pc:sldMk cId="39138388" sldId="299"/>
            <ac:spMk id="4" creationId="{03290F39-BF72-48CC-68A3-93BAA3851DD8}"/>
          </ac:spMkLst>
        </pc:spChg>
        <pc:spChg chg="mod">
          <ac:chgData name="(20111314) Christopher Bolger" userId="1a7c878c-6816-4133-9581-cf19a84e97ca" providerId="ADAL" clId="{B9235E2A-1AC8-4C6E-8D8B-F1000B592DCC}" dt="2026-10-18T21:07:14.915" v="2867" actId="207"/>
          <ac:spMkLst>
            <pc:docMk/>
            <pc:sldMk cId="39138388" sldId="299"/>
            <ac:spMk id="8" creationId="{11F35AF8-285A-5B5C-2D0F-C9B95F3B7E83}"/>
          </ac:spMkLst>
        </pc:spChg>
        <pc:picChg chg="mod">
          <ac:chgData name="(20111314) Christopher Bolger" userId="1a7c878c-6816-4133-9581-cf19a84e97ca" providerId="ADAL" clId="{B9235E2A-1AC8-4C6E-8D8B-F1000B592DCC}" dt="2026-10-18T21:30:25.240" v="3115" actId="1076"/>
          <ac:picMkLst>
            <pc:docMk/>
            <pc:sldMk cId="39138388" sldId="299"/>
            <ac:picMk id="7" creationId="{042D5F2A-E3FD-FCD1-D356-D7C33509C667}"/>
          </ac:picMkLst>
        </pc:picChg>
      </pc:sldChg>
      <pc:sldChg chg="new del modNotesTx">
        <pc:chgData name="(20111314) Christopher Bolger" userId="1a7c878c-6816-4133-9581-cf19a84e97ca" providerId="ADAL" clId="{B9235E2A-1AC8-4C6E-8D8B-F1000B592DCC}" dt="2026-10-18T21:13:04.854" v="2915" actId="47"/>
        <pc:sldMkLst>
          <pc:docMk/>
          <pc:sldMk cId="901863119" sldId="300"/>
        </pc:sldMkLst>
      </pc:sldChg>
      <pc:sldChg chg="modSp new mod modTransition">
        <pc:chgData name="(20111314) Christopher Bolger" userId="1a7c878c-6816-4133-9581-cf19a84e97ca" providerId="ADAL" clId="{B9235E2A-1AC8-4C6E-8D8B-F1000B592DCC}" dt="2026-10-18T21:30:43.876" v="3117"/>
        <pc:sldMkLst>
          <pc:docMk/>
          <pc:sldMk cId="2775564620" sldId="301"/>
        </pc:sldMkLst>
        <pc:spChg chg="mod">
          <ac:chgData name="(20111314) Christopher Bolger" userId="1a7c878c-6816-4133-9581-cf19a84e97ca" providerId="ADAL" clId="{B9235E2A-1AC8-4C6E-8D8B-F1000B592DCC}" dt="2026-10-18T21:12:47.894" v="2914" actId="1076"/>
          <ac:spMkLst>
            <pc:docMk/>
            <pc:sldMk cId="2775564620" sldId="301"/>
            <ac:spMk id="2" creationId="{93F3D27F-3CC6-9771-E166-50D33828C62C}"/>
          </ac:spMkLst>
        </pc:spChg>
        <pc:spChg chg="mod">
          <ac:chgData name="(20111314) Christopher Bolger" userId="1a7c878c-6816-4133-9581-cf19a84e97ca" providerId="ADAL" clId="{B9235E2A-1AC8-4C6E-8D8B-F1000B592DCC}" dt="2026-10-18T21:12:47.894" v="2914" actId="1076"/>
          <ac:spMkLst>
            <pc:docMk/>
            <pc:sldMk cId="2775564620" sldId="301"/>
            <ac:spMk id="4" creationId="{1B02F434-CB09-0A9B-B523-D38AF9543ED5}"/>
          </ac:spMkLst>
        </pc:spChg>
      </pc:sldChg>
      <pc:sldChg chg="addSp delSp modSp add mod ord modTransition">
        <pc:chgData name="(20111314) Christopher Bolger" userId="1a7c878c-6816-4133-9581-cf19a84e97ca" providerId="ADAL" clId="{B9235E2A-1AC8-4C6E-8D8B-F1000B592DCC}" dt="2026-10-18T21:30:43.876" v="3117"/>
        <pc:sldMkLst>
          <pc:docMk/>
          <pc:sldMk cId="1514804056" sldId="302"/>
        </pc:sldMkLst>
        <pc:spChg chg="del">
          <ac:chgData name="(20111314) Christopher Bolger" userId="1a7c878c-6816-4133-9581-cf19a84e97ca" providerId="ADAL" clId="{B9235E2A-1AC8-4C6E-8D8B-F1000B592DCC}" dt="2026-10-18T21:14:35.760" v="2924" actId="478"/>
          <ac:spMkLst>
            <pc:docMk/>
            <pc:sldMk cId="1514804056" sldId="302"/>
            <ac:spMk id="2" creationId="{730C5BF3-A611-CAFD-A486-1BBD7B6E7B24}"/>
          </ac:spMkLst>
        </pc:spChg>
        <pc:spChg chg="del">
          <ac:chgData name="(20111314) Christopher Bolger" userId="1a7c878c-6816-4133-9581-cf19a84e97ca" providerId="ADAL" clId="{B9235E2A-1AC8-4C6E-8D8B-F1000B592DCC}" dt="2026-10-18T21:14:30.375" v="2922" actId="478"/>
          <ac:spMkLst>
            <pc:docMk/>
            <pc:sldMk cId="1514804056" sldId="302"/>
            <ac:spMk id="4" creationId="{3831A311-E3BB-C1C7-752A-7FF977404822}"/>
          </ac:spMkLst>
        </pc:spChg>
        <pc:spChg chg="add del mod">
          <ac:chgData name="(20111314) Christopher Bolger" userId="1a7c878c-6816-4133-9581-cf19a84e97ca" providerId="ADAL" clId="{B9235E2A-1AC8-4C6E-8D8B-F1000B592DCC}" dt="2026-10-18T21:14:33.365" v="2923" actId="478"/>
          <ac:spMkLst>
            <pc:docMk/>
            <pc:sldMk cId="1514804056" sldId="302"/>
            <ac:spMk id="6" creationId="{BA789B44-1992-C461-8C05-D6D76864F679}"/>
          </ac:spMkLst>
        </pc:spChg>
        <pc:spChg chg="add del mod">
          <ac:chgData name="(20111314) Christopher Bolger" userId="1a7c878c-6816-4133-9581-cf19a84e97ca" providerId="ADAL" clId="{B9235E2A-1AC8-4C6E-8D8B-F1000B592DCC}" dt="2026-10-18T21:14:39.429" v="2925" actId="478"/>
          <ac:spMkLst>
            <pc:docMk/>
            <pc:sldMk cId="1514804056" sldId="302"/>
            <ac:spMk id="8" creationId="{E6B83AAE-E6A1-C83F-75ED-7ABF53A136C5}"/>
          </ac:spMkLst>
        </pc:spChg>
        <pc:spChg chg="add mod">
          <ac:chgData name="(20111314) Christopher Bolger" userId="1a7c878c-6816-4133-9581-cf19a84e97ca" providerId="ADAL" clId="{B9235E2A-1AC8-4C6E-8D8B-F1000B592DCC}" dt="2026-10-18T21:14:47.380" v="2926"/>
          <ac:spMkLst>
            <pc:docMk/>
            <pc:sldMk cId="1514804056" sldId="302"/>
            <ac:spMk id="9" creationId="{DE82B61D-0136-AC01-AE14-5BEA31AC6B48}"/>
          </ac:spMkLst>
        </pc:spChg>
        <pc:spChg chg="add mod">
          <ac:chgData name="(20111314) Christopher Bolger" userId="1a7c878c-6816-4133-9581-cf19a84e97ca" providerId="ADAL" clId="{B9235E2A-1AC8-4C6E-8D8B-F1000B592DCC}" dt="2026-10-18T21:26:50.519" v="3103" actId="20578"/>
          <ac:spMkLst>
            <pc:docMk/>
            <pc:sldMk cId="1514804056" sldId="302"/>
            <ac:spMk id="10" creationId="{5E575296-AD98-CC42-73B6-F0CF42C3275B}"/>
          </ac:spMkLst>
        </pc:spChg>
        <pc:picChg chg="add mod">
          <ac:chgData name="(20111314) Christopher Bolger" userId="1a7c878c-6816-4133-9581-cf19a84e97ca" providerId="ADAL" clId="{B9235E2A-1AC8-4C6E-8D8B-F1000B592DCC}" dt="2026-10-18T21:16:20.884" v="3101" actId="14861"/>
          <ac:picMkLst>
            <pc:docMk/>
            <pc:sldMk cId="1514804056" sldId="302"/>
            <ac:picMk id="11" creationId="{2E9190FB-F1AA-8760-870E-F4AF52E5F68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ristopher-bolger/OOPWorkshop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self</a:t>
            </a:r>
          </a:p>
          <a:p>
            <a:pPr marL="171450" indent="-171450">
              <a:buFontTx/>
              <a:buChar char="-"/>
            </a:pPr>
            <a:r>
              <a:rPr lang="en-US" dirty="0"/>
              <a:t>Name, course</a:t>
            </a:r>
          </a:p>
          <a:p>
            <a:pPr marL="171450" indent="-171450">
              <a:buFontTx/>
              <a:buChar char="-"/>
            </a:pPr>
            <a:r>
              <a:rPr lang="en-US" dirty="0"/>
              <a:t>Like games &amp; programming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Senior Mentor here to deliver 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4552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8F2D63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https://github.com/christopher-bolger/OOPWorkshop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srgbClr val="8F2D63">
                  <a:lumMod val="60000"/>
                  <a:lumOff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Saw people struggle with the translation between brief and something that can actually be implemented in code</a:t>
            </a:r>
          </a:p>
          <a:p>
            <a:pPr marL="171450" lvl="0" indent="-171450">
              <a:buFontTx/>
              <a:buChar char="-"/>
            </a:pPr>
            <a:r>
              <a:rPr lang="en-US" b="1" dirty="0"/>
              <a:t>Throw questions at me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5823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Does everyone have something they can write on or take a quick note with? One small class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12429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Q: Anyone know what it is or means?</a:t>
            </a:r>
          </a:p>
          <a:p>
            <a:r>
              <a:rPr lang="en-US" b="1" dirty="0"/>
              <a:t>Structure? </a:t>
            </a:r>
            <a:r>
              <a:rPr lang="en-US" b="0" dirty="0"/>
              <a:t>Class/Method/Attribute/Object</a:t>
            </a:r>
            <a:endParaRPr lang="en-US" b="1" dirty="0"/>
          </a:p>
          <a:p>
            <a:r>
              <a:rPr lang="en-US" b="1" dirty="0"/>
              <a:t>Principles? </a:t>
            </a:r>
            <a:r>
              <a:rPr lang="en-US" b="0" dirty="0"/>
              <a:t>Encapsulation/Abstraction/Inheritance/Polymorphism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7802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4652F-8D14-74EF-1958-DBC4AEC4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FBA3B-DC36-0035-2F51-20C51E08F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88605-418F-19C1-9619-115A2EFDC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 dirty="0"/>
              <a:t>Q: Can anyone describe what a Class/Object/Method/Attribute is?</a:t>
            </a:r>
          </a:p>
          <a:p>
            <a:pPr marL="0" indent="0">
              <a:buFontTx/>
              <a:buNone/>
            </a:pPr>
            <a:r>
              <a:rPr lang="en-US" b="1" dirty="0"/>
              <a:t>Can you give an example of one?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F773E-796E-5D60-2044-0BF57A43C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35002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descriptions </a:t>
            </a:r>
            <a:r>
              <a:rPr lang="en-US" b="1" dirty="0"/>
              <a:t>(Class -&gt; Attribute -&gt; Method -&gt; Object)</a:t>
            </a:r>
          </a:p>
          <a:p>
            <a:endParaRPr lang="en-US" b="1" dirty="0"/>
          </a:p>
          <a:p>
            <a:r>
              <a:rPr lang="en-US" b="1" dirty="0"/>
              <a:t>Class: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The defining structure for any item</a:t>
            </a:r>
          </a:p>
          <a:p>
            <a:pPr marL="0" indent="0">
              <a:buFontTx/>
              <a:buNone/>
            </a:pPr>
            <a:r>
              <a:rPr lang="en-US" b="1" dirty="0"/>
              <a:t>Attribute: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The characteristics that define an instance of a class (size, weight etc.)</a:t>
            </a:r>
          </a:p>
          <a:p>
            <a:pPr marL="0" indent="0">
              <a:buFontTx/>
              <a:buNone/>
            </a:pPr>
            <a:r>
              <a:rPr lang="en-US" b="1" dirty="0"/>
              <a:t>Method: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How that instance will act, when called upon (e.g. stomach rumbles -&gt; think I'm hungry [Input -&gt; output])</a:t>
            </a:r>
          </a:p>
          <a:p>
            <a:pPr marL="0" indent="0">
              <a:buFontTx/>
              <a:buNone/>
            </a:pPr>
            <a:r>
              <a:rPr lang="en-US" b="1" dirty="0"/>
              <a:t>Object: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Person is a class, Christopher (me) is an object</a:t>
            </a:r>
          </a:p>
          <a:p>
            <a:pPr marL="0" indent="0"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1835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Relatable example:</a:t>
            </a:r>
          </a:p>
          <a:p>
            <a:r>
              <a:rPr lang="en-US" b="1" dirty="0"/>
              <a:t>Encapsulation:</a:t>
            </a:r>
          </a:p>
          <a:p>
            <a:pPr marL="171450" indent="-171450">
              <a:buFontTx/>
              <a:buChar char="-"/>
            </a:pPr>
            <a:r>
              <a:rPr lang="en-US" dirty="0"/>
              <a:t>Your thoughts are private to you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Can’t put a thought into another person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Nor can you remove one</a:t>
            </a:r>
          </a:p>
          <a:p>
            <a:pPr marL="628650" lvl="1" indent="-171450">
              <a:buFontTx/>
              <a:buChar char="-"/>
            </a:pPr>
            <a:r>
              <a:rPr lang="en-US" b="1" dirty="0"/>
              <a:t>Cannot directly access someone else’s thoughts</a:t>
            </a:r>
          </a:p>
          <a:p>
            <a:pPr marL="0" lvl="0" indent="0">
              <a:buFontTx/>
              <a:buNone/>
            </a:pPr>
            <a:r>
              <a:rPr lang="en-US" b="1" dirty="0"/>
              <a:t>Abstraction: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You don’t add 5 + 5 out loud</a:t>
            </a:r>
          </a:p>
          <a:p>
            <a:pPr marL="171450" lvl="0" indent="-171450">
              <a:buFontTx/>
              <a:buChar char="-"/>
            </a:pPr>
            <a:r>
              <a:rPr lang="en-US" b="1" dirty="0"/>
              <a:t>You know how to use addition without needing to know how a CPU performs addition</a:t>
            </a:r>
          </a:p>
          <a:p>
            <a:pPr marL="0" lvl="0" indent="0">
              <a:buFontTx/>
              <a:buNone/>
            </a:pPr>
            <a:r>
              <a:rPr lang="en-US" b="1" dirty="0"/>
              <a:t>Inheritance: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You’ve inherited characteristics from your parents.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Eye </a:t>
            </a:r>
            <a:r>
              <a:rPr lang="en-US" dirty="0" err="1"/>
              <a:t>colour</a:t>
            </a:r>
            <a:r>
              <a:rPr lang="en-US" dirty="0"/>
              <a:t>, height, genetic dispositions etc.</a:t>
            </a:r>
          </a:p>
          <a:p>
            <a:pPr marL="0" lvl="0" indent="0">
              <a:buFontTx/>
              <a:buNone/>
            </a:pPr>
            <a:r>
              <a:rPr lang="en-US" b="1" dirty="0"/>
              <a:t>Polymorphism: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If I asked a person to introduce themselves, every person I ask would do it differently.</a:t>
            </a:r>
          </a:p>
          <a:p>
            <a:pPr marL="0" lv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529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 dirty="0"/>
              <a:t>Draw to board:</a:t>
            </a:r>
          </a:p>
          <a:p>
            <a:pPr marL="0" indent="0">
              <a:buFontTx/>
              <a:buNone/>
            </a:pPr>
            <a:r>
              <a:rPr lang="en-US" b="0" dirty="0"/>
              <a:t>(Simple example) 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Die Roller program:</a:t>
            </a:r>
          </a:p>
          <a:p>
            <a:pPr marL="171450" indent="-171450">
              <a:buFontTx/>
              <a:buChar char="-"/>
            </a:pPr>
            <a:r>
              <a:rPr lang="en-US" b="1" u="sng" dirty="0"/>
              <a:t>A program that rolls a specified number of user-defined die and stores list of previous rolls for each player on the table, </a:t>
            </a:r>
          </a:p>
          <a:p>
            <a:pPr marL="628650" lvl="1" indent="-171450">
              <a:buFontTx/>
              <a:buChar char="-"/>
            </a:pPr>
            <a:r>
              <a:rPr lang="en-US" b="1" u="none" dirty="0"/>
              <a:t>DICE / ROLL / DIEROLLER / PLAYER / GAMEMANAGER</a:t>
            </a:r>
          </a:p>
          <a:p>
            <a:pPr marL="0" indent="0">
              <a:buFontTx/>
              <a:buNone/>
            </a:pPr>
            <a:r>
              <a:rPr lang="en-US" b="1" dirty="0"/>
              <a:t>Class Q’s: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Name possible classes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Name possible attributes of class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Name possible methods of class</a:t>
            </a:r>
          </a:p>
          <a:p>
            <a:pPr marL="0" indent="0">
              <a:buFontTx/>
              <a:buNone/>
            </a:pPr>
            <a:endParaRPr lang="en-US" b="0" dirty="0"/>
          </a:p>
          <a:p>
            <a:pPr marL="171450" indent="-171450">
              <a:buFontTx/>
              <a:buChar char="-"/>
            </a:pPr>
            <a:r>
              <a:rPr lang="en-US" b="0" dirty="0"/>
              <a:t>Dice class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minNum</a:t>
            </a:r>
            <a:endParaRPr lang="en-US" b="0" dirty="0"/>
          </a:p>
          <a:p>
            <a:pPr marL="628650" lvl="1" indent="-171450">
              <a:buFontTx/>
              <a:buChar char="-"/>
            </a:pPr>
            <a:r>
              <a:rPr lang="en-US" b="0" dirty="0" err="1"/>
              <a:t>maxNum</a:t>
            </a:r>
            <a:endParaRPr lang="en-US" b="0" dirty="0"/>
          </a:p>
          <a:p>
            <a:pPr marL="628650" lvl="1" indent="-171450">
              <a:buFontTx/>
              <a:buChar char="-"/>
            </a:pPr>
            <a:r>
              <a:rPr lang="en-US" b="0" dirty="0"/>
              <a:t>Roll()</a:t>
            </a:r>
          </a:p>
          <a:p>
            <a:pPr marL="171450" lvl="0" indent="-171450">
              <a:buFontTx/>
              <a:buChar char="-"/>
            </a:pPr>
            <a:r>
              <a:rPr lang="en-US" b="0" dirty="0"/>
              <a:t>Roll class</a:t>
            </a:r>
          </a:p>
          <a:p>
            <a:pPr marL="628650" lvl="1" indent="-171450">
              <a:buFontTx/>
              <a:buChar char="-"/>
            </a:pPr>
            <a:r>
              <a:rPr lang="en-US" b="0" dirty="0"/>
              <a:t>Saves output of any roll into an integer array representing the result of each roll</a:t>
            </a:r>
          </a:p>
          <a:p>
            <a:pPr marL="628650" lvl="1" indent="-171450">
              <a:buFontTx/>
              <a:buChar char="-"/>
            </a:pPr>
            <a:r>
              <a:rPr lang="en-US" b="0" dirty="0"/>
              <a:t>Get()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getMinimum</a:t>
            </a:r>
            <a:r>
              <a:rPr lang="en-US" b="0" dirty="0"/>
              <a:t>()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getMaximum</a:t>
            </a:r>
            <a:r>
              <a:rPr lang="en-US" b="0" dirty="0"/>
              <a:t>();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isGreaterThan</a:t>
            </a:r>
            <a:r>
              <a:rPr lang="en-US" b="0" dirty="0"/>
              <a:t>(int </a:t>
            </a:r>
            <a:r>
              <a:rPr lang="en-US" b="0" dirty="0" err="1"/>
              <a:t>thrshld</a:t>
            </a:r>
            <a:r>
              <a:rPr lang="en-US" b="0" dirty="0"/>
              <a:t>, String “MIN/MAX/AVG”);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isLessThan</a:t>
            </a:r>
            <a:r>
              <a:rPr lang="en-US" b="0" dirty="0"/>
              <a:t>(int </a:t>
            </a:r>
            <a:r>
              <a:rPr lang="en-US" b="0" dirty="0" err="1"/>
              <a:t>thrshld</a:t>
            </a:r>
            <a:r>
              <a:rPr lang="en-US" b="0" dirty="0"/>
              <a:t>, String “MIN/MAX/AVG”);</a:t>
            </a:r>
          </a:p>
          <a:p>
            <a:pPr marL="628650" lvl="1" indent="-171450">
              <a:buFontTx/>
              <a:buChar char="-"/>
            </a:pPr>
            <a:endParaRPr lang="en-US" b="0" dirty="0"/>
          </a:p>
          <a:p>
            <a:pPr marL="171450" lvl="0" indent="-171450">
              <a:buFontTx/>
              <a:buChar char="-"/>
            </a:pPr>
            <a:r>
              <a:rPr lang="en-US" b="0" dirty="0" err="1"/>
              <a:t>DieRoller</a:t>
            </a:r>
            <a:endParaRPr lang="en-US" b="0" dirty="0"/>
          </a:p>
          <a:p>
            <a:pPr marL="628650" lvl="1" indent="-171450">
              <a:buFontTx/>
              <a:buChar char="-"/>
            </a:pPr>
            <a:r>
              <a:rPr lang="en-US" b="0" dirty="0"/>
              <a:t>Dice list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newRoll</a:t>
            </a:r>
            <a:r>
              <a:rPr lang="en-US" b="0" dirty="0"/>
              <a:t>()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getDice</a:t>
            </a:r>
            <a:r>
              <a:rPr lang="en-US" b="0" dirty="0"/>
              <a:t>()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setDice</a:t>
            </a:r>
            <a:r>
              <a:rPr lang="en-US" b="0" dirty="0"/>
              <a:t>() </a:t>
            </a:r>
          </a:p>
          <a:p>
            <a:pPr marL="171450" lvl="0" indent="-171450">
              <a:buFontTx/>
              <a:buChar char="-"/>
            </a:pPr>
            <a:r>
              <a:rPr lang="en-US" b="0" dirty="0" err="1"/>
              <a:t>GameManager</a:t>
            </a:r>
            <a:endParaRPr lang="en-US" b="0" dirty="0"/>
          </a:p>
          <a:p>
            <a:pPr marL="628650" lvl="1" indent="-171450">
              <a:buFontTx/>
              <a:buChar char="-"/>
            </a:pPr>
            <a:r>
              <a:rPr lang="en-US" b="0" dirty="0"/>
              <a:t>Player list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DieRoller</a:t>
            </a:r>
            <a:endParaRPr lang="en-US" b="0" dirty="0"/>
          </a:p>
          <a:p>
            <a:pPr marL="628650" lvl="1" indent="-171450">
              <a:buFontTx/>
              <a:buChar char="-"/>
            </a:pPr>
            <a:r>
              <a:rPr lang="en-US" b="0" dirty="0" err="1"/>
              <a:t>roundNum</a:t>
            </a:r>
            <a:endParaRPr lang="en-US" b="0" dirty="0"/>
          </a:p>
          <a:p>
            <a:pPr marL="628650" lvl="1" indent="-171450">
              <a:buFontTx/>
              <a:buChar char="-"/>
            </a:pPr>
            <a:r>
              <a:rPr lang="en-US" b="0" dirty="0"/>
              <a:t>Map&lt;Player, List&lt;Roll&gt;&gt;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getRound</a:t>
            </a:r>
            <a:r>
              <a:rPr lang="en-US" b="0" dirty="0"/>
              <a:t>(int)</a:t>
            </a:r>
          </a:p>
          <a:p>
            <a:pPr marL="628650" lvl="1" indent="-171450">
              <a:buFontTx/>
              <a:buChar char="-"/>
            </a:pPr>
            <a:r>
              <a:rPr lang="en-US" b="0" dirty="0" err="1"/>
              <a:t>newRound</a:t>
            </a:r>
            <a:r>
              <a:rPr lang="en-US" b="0" dirty="0"/>
              <a:t>()</a:t>
            </a:r>
          </a:p>
          <a:p>
            <a:pPr marL="171450" lvl="0" indent="-171450">
              <a:buFontTx/>
              <a:buChar char="-"/>
            </a:pPr>
            <a:r>
              <a:rPr lang="en-US" b="0" dirty="0"/>
              <a:t>Main</a:t>
            </a:r>
          </a:p>
          <a:p>
            <a:pPr marL="628650" lvl="1" indent="-171450">
              <a:buFontTx/>
              <a:buChar char="-"/>
            </a:pPr>
            <a:r>
              <a:rPr lang="en-US" b="0" dirty="0"/>
              <a:t>Handle I/O</a:t>
            </a:r>
          </a:p>
          <a:p>
            <a:pPr marL="1085850" lvl="2" indent="-171450">
              <a:buFontTx/>
              <a:buChar char="-"/>
            </a:pPr>
            <a:r>
              <a:rPr lang="en-US" b="0" dirty="0"/>
              <a:t>(new game  / game output / history fetch)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1329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I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 we've ended up with several classes that each have a specific responsibility.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I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next exercise we're about to do follows exactly the same process, only in a different context.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0582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EXERCISE – 2 Minutes to think about what Objects are identified in the brief</a:t>
            </a:r>
          </a:p>
          <a:p>
            <a:r>
              <a:rPr lang="en-US" dirty="0"/>
              <a:t>- Tip: Look for nouns – words that name something concrete</a:t>
            </a:r>
          </a:p>
          <a:p>
            <a:pPr marL="171450" indent="-171450">
              <a:buFontTx/>
              <a:buChar char="-"/>
            </a:pPr>
            <a:endParaRPr lang="en-US" b="1" dirty="0"/>
          </a:p>
          <a:p>
            <a:pPr marL="171450" indent="-171450">
              <a:buFontTx/>
              <a:buChar char="-"/>
            </a:pPr>
            <a:r>
              <a:rPr lang="en-US" b="1" dirty="0"/>
              <a:t>What possible objects are identified in the brief? (WRITE ALL DOWN ON BOARD)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Which of these should be classes?</a:t>
            </a:r>
          </a:p>
          <a:p>
            <a:pPr marL="0" indent="0">
              <a:buFontTx/>
              <a:buNone/>
            </a:pPr>
            <a:endParaRPr lang="en-US" b="1" dirty="0"/>
          </a:p>
          <a:p>
            <a:pPr marL="0" indent="0">
              <a:buFontTx/>
              <a:buNone/>
            </a:pPr>
            <a:r>
              <a:rPr lang="en-US" b="0" dirty="0"/>
              <a:t>(Dealership,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Customer, Order, Car, Engine, Body and Wheel)</a:t>
            </a:r>
          </a:p>
          <a:p>
            <a:pPr marL="0" indent="0">
              <a:buFontTx/>
              <a:buNone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More minutes to think of a couple of methods for any of the given objects</a:t>
            </a:r>
          </a:p>
          <a:p>
            <a:pPr marL="0" indent="0">
              <a:buFontTx/>
              <a:buNone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What function does each object serve?</a:t>
            </a:r>
          </a:p>
          <a:p>
            <a:pPr marL="0" indent="0">
              <a:buFontTx/>
              <a:buNone/>
            </a:pPr>
            <a:endParaRPr lang="en-US" b="0" dirty="0"/>
          </a:p>
          <a:p>
            <a:pPr marL="0" indent="0">
              <a:buFontTx/>
              <a:buNone/>
            </a:pPr>
            <a:r>
              <a:rPr lang="en-US" b="0" dirty="0"/>
              <a:t>1 More minute to think of object attributes after we have listed our objects &amp; methods</a:t>
            </a:r>
          </a:p>
          <a:p>
            <a:pPr marL="0" indent="0">
              <a:buFontTx/>
              <a:buNone/>
            </a:pPr>
            <a:endParaRPr lang="en-US" b="0" dirty="0"/>
          </a:p>
          <a:p>
            <a:pPr marL="171450" indent="-171450">
              <a:buFontTx/>
              <a:buChar char="-"/>
            </a:pPr>
            <a:r>
              <a:rPr lang="en-US" b="1" dirty="0"/>
              <a:t>Which attributes belong to x/y/z – why?</a:t>
            </a:r>
          </a:p>
          <a:p>
            <a:pPr marL="171450" indent="-171450">
              <a:buFontTx/>
              <a:buChar char="-"/>
            </a:pPr>
            <a:endParaRPr lang="en-US" b="1" dirty="0"/>
          </a:p>
          <a:p>
            <a:pPr marL="0" indent="0"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0922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Tx/>
              <a:buChar char="-"/>
            </a:pPr>
            <a:r>
              <a:rPr lang="en-US" dirty="0"/>
              <a:t>Head, neck, torso sections, arm sections, leg sections</a:t>
            </a:r>
          </a:p>
          <a:p>
            <a:pPr marL="171450" lvl="0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Aimed at artists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Practice composing / drawing humanoid shapes</a:t>
            </a:r>
          </a:p>
          <a:p>
            <a:pPr marL="171450" lvl="0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It doesn’t have eyes, organs </a:t>
            </a:r>
            <a:r>
              <a:rPr lang="en-US" dirty="0" err="1"/>
              <a:t>etc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/>
              <a:t>Implementing these would be time and effort, and an order of magnitude more work</a:t>
            </a:r>
          </a:p>
          <a:p>
            <a:pPr marL="4572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But it does have joints and rotatable sections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Implementing these will aid in its usage</a:t>
            </a:r>
          </a:p>
          <a:p>
            <a:pPr marL="4572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Advice: Think only within the bounds of the requirements but go to town on them.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56157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8857-D07F-B144-C28F-0E4F652FA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B6EB5-1754-39EC-E664-7E21E8228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C9E28-EC01-C029-4824-381F98DFA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Use new perspective to see what we could cut</a:t>
            </a:r>
          </a:p>
          <a:p>
            <a:pPr marL="171450" indent="-171450">
              <a:buFontTx/>
              <a:buChar char="-"/>
            </a:pPr>
            <a:r>
              <a:rPr lang="en-US" dirty="0"/>
              <a:t>Link classes logically to create a flow for the program</a:t>
            </a:r>
          </a:p>
          <a:p>
            <a:pPr marL="171450" indent="-171450">
              <a:buFontTx/>
              <a:buChar char="-"/>
            </a:pPr>
            <a:r>
              <a:rPr lang="en-US" dirty="0"/>
              <a:t>Open IntelliJ with code if I have time (and maybe add suggested method/function)</a:t>
            </a:r>
          </a:p>
          <a:p>
            <a:endParaRPr lang="en-US" dirty="0"/>
          </a:p>
          <a:p>
            <a:r>
              <a:rPr lang="en-US" dirty="0"/>
              <a:t>Wrap up and summarize what we’ve just done</a:t>
            </a:r>
          </a:p>
          <a:p>
            <a:pPr marL="0" indent="0">
              <a:buFontTx/>
              <a:buNone/>
            </a:pPr>
            <a:r>
              <a:rPr lang="en-US" b="0" dirty="0"/>
              <a:t>Speak about the order in which we did things</a:t>
            </a:r>
          </a:p>
          <a:p>
            <a:pPr marL="0" indent="0">
              <a:buFontTx/>
              <a:buNone/>
            </a:pPr>
            <a:r>
              <a:rPr lang="en-US" b="0" dirty="0"/>
              <a:t>1: Read the brief and picked out nouns</a:t>
            </a:r>
          </a:p>
          <a:p>
            <a:pPr marL="0" indent="0">
              <a:buFontTx/>
              <a:buNone/>
            </a:pPr>
            <a:r>
              <a:rPr lang="en-US" b="0" dirty="0"/>
              <a:t>2: Decided what kind of methods those classes would have that serve the purposes of the brief</a:t>
            </a:r>
          </a:p>
          <a:p>
            <a:pPr marL="0" indent="0">
              <a:buFontTx/>
              <a:buNone/>
            </a:pPr>
            <a:r>
              <a:rPr lang="en-US" b="0" dirty="0"/>
              <a:t>3: derived the attributes of each class based on the function that it was designed for</a:t>
            </a:r>
          </a:p>
          <a:p>
            <a:pPr marL="0" indent="0">
              <a:buFontTx/>
              <a:buNone/>
            </a:pPr>
            <a:r>
              <a:rPr lang="en-US" b="0" dirty="0"/>
              <a:t>4: created concrete definitions and logical order to the classes and systems</a:t>
            </a:r>
          </a:p>
          <a:p>
            <a:pPr marL="0" indent="0">
              <a:buFontTx/>
              <a:buNone/>
            </a:pPr>
            <a:endParaRPr lang="en-US" b="0" dirty="0"/>
          </a:p>
          <a:p>
            <a:pPr marL="0" indent="0">
              <a:buFontTx/>
              <a:buNone/>
            </a:pPr>
            <a:r>
              <a:rPr lang="en-US" b="0" dirty="0"/>
              <a:t>We’ve also had a quick look at OOP and its definitions.</a:t>
            </a:r>
          </a:p>
          <a:p>
            <a:pPr marL="0" indent="0">
              <a:buFontTx/>
              <a:buNone/>
            </a:pPr>
            <a:endParaRPr lang="en-US" b="0" dirty="0"/>
          </a:p>
          <a:p>
            <a:pPr marL="0" indent="0">
              <a:buFontTx/>
              <a:buNone/>
            </a:pPr>
            <a:r>
              <a:rPr lang="en-US" b="0" dirty="0"/>
              <a:t>With this stuff together, we have now successfully translated a client brief into an object-orientated design that can now be implemented programmatically.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7E7EF-57AF-C390-1A37-6F9374CC8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4118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5A5B-0F69-AD96-827A-8B577F58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9459C-DD15-D84D-6CC6-6F7E20A6E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16412-B3DF-F82F-3E9D-8D5627323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for time </a:t>
            </a:r>
          </a:p>
          <a:p>
            <a:r>
              <a:rPr lang="en-US" dirty="0"/>
              <a:t>Take pic of board on way out for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8CF1A-B4C0-DB7E-06CD-3401114EA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6126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1109E-4719-2AF1-BD2E-D7A91466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9902C-F64F-613B-E494-678356C77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07072-AA59-318B-BADF-C3AF20800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9DFFA-8DD8-41BB-A520-7DC8990E9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6664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2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3831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2331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26349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70367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7999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24013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68031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12049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>
            <a:cxnSpLocks/>
          </p:cNvCxnSpPr>
          <p:nvPr userDrawn="1"/>
        </p:nvCxnSpPr>
        <p:spPr>
          <a:xfrm>
            <a:off x="230245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>
            <a:cxnSpLocks/>
          </p:cNvCxnSpPr>
          <p:nvPr userDrawn="1"/>
        </p:nvCxnSpPr>
        <p:spPr>
          <a:xfrm>
            <a:off x="4546473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>
            <a:cxnSpLocks/>
          </p:cNvCxnSpPr>
          <p:nvPr userDrawn="1"/>
        </p:nvCxnSpPr>
        <p:spPr>
          <a:xfrm>
            <a:off x="6790491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>
            <a:cxnSpLocks/>
          </p:cNvCxnSpPr>
          <p:nvPr userDrawn="1"/>
        </p:nvCxnSpPr>
        <p:spPr>
          <a:xfrm>
            <a:off x="9034509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ithub.com/christopher-bolger/OOPWorksho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free-code-camp/object-oriented-programming-concepts-21bb035f7260" TargetMode="External"/><Relationship Id="rId2" Type="http://schemas.openxmlformats.org/officeDocument/2006/relationships/hyperlink" Target="https://codeinstitute.net/global/blog/object-oriented-programming/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ithub.com/christopher-bolger/CarDealershi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1750" y="2175468"/>
            <a:ext cx="7747279" cy="2122011"/>
          </a:xfrm>
        </p:spPr>
        <p:txBody>
          <a:bodyPr/>
          <a:lstStyle/>
          <a:p>
            <a:pPr fontAlgn="t"/>
            <a:r>
              <a:rPr lang="en-US" b="0" dirty="0"/>
              <a:t>Why Not Everything Needs to Be a Class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1750" y="4379775"/>
            <a:ext cx="7747279" cy="8686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00" dirty="0"/>
              <a:t>Christopher Bolger – 3</a:t>
            </a:r>
            <a:r>
              <a:rPr lang="en-US" sz="1100" baseline="30000" dirty="0"/>
              <a:t>rd</a:t>
            </a:r>
            <a:r>
              <a:rPr lang="en-US" sz="1100" dirty="0"/>
              <a:t> Year Computer Science – Game Development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ED78D01-F64D-CCDD-673F-8A803B14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46932C-BA27-D01B-B3BD-2C9024A5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2</a:t>
            </a:fld>
            <a:endParaRPr lang="en-US" noProof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F9D9FF-13BE-379F-6A66-BBA0C7C7FA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-1576" t="-1007" r="-427" b="-1720"/>
          <a:stretch>
            <a:fillRect/>
          </a:stretch>
        </p:blipFill>
        <p:spPr>
          <a:xfrm>
            <a:off x="6947680" y="1726660"/>
            <a:ext cx="3462627" cy="34872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4DB480-1CD4-7C2E-234D-4FB04B7D3165}"/>
              </a:ext>
            </a:extLst>
          </p:cNvPr>
          <p:cNvSpPr txBox="1"/>
          <p:nvPr/>
        </p:nvSpPr>
        <p:spPr>
          <a:xfrm>
            <a:off x="443365" y="3662673"/>
            <a:ext cx="559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3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u="sng" dirty="0">
                <a:solidFill>
                  <a:schemeClr val="accent3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github.com/christopher-bolger/OOPWorkshop</a:t>
            </a:r>
            <a:endParaRPr lang="en-US" u="sng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59FCD-13D9-78FC-9688-6C5F9006D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3263629"/>
            <a:ext cx="5184437" cy="2913333"/>
          </a:xfrm>
        </p:spPr>
        <p:txBody>
          <a:bodyPr/>
          <a:lstStyle/>
          <a:p>
            <a:pPr marL="0" indent="0">
              <a:buNone/>
            </a:pPr>
            <a:r>
              <a:rPr lang="en-IE" dirty="0"/>
              <a:t>Slides available to download:</a:t>
            </a:r>
          </a:p>
        </p:txBody>
      </p:sp>
    </p:spTree>
    <p:extLst>
      <p:ext uri="{BB962C8B-B14F-4D97-AF65-F5344CB8AC3E}">
        <p14:creationId xmlns:p14="http://schemas.microsoft.com/office/powerpoint/2010/main" val="158845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E013F-0329-D56B-A967-78714777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2FCBEC-A84C-D84B-D7ED-80462E9A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Aim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F6DDB71-E52B-37ED-5289-F162A1FBC8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3440" y="4893546"/>
            <a:ext cx="1829317" cy="1070843"/>
          </a:xfrm>
        </p:spPr>
        <p:txBody>
          <a:bodyPr/>
          <a:lstStyle/>
          <a:p>
            <a:pPr algn="ctr"/>
            <a:r>
              <a:rPr lang="en-US" sz="1800" dirty="0"/>
              <a:t>Identify Classes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6B02097-2A94-0EA5-D27E-B563BBA00F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14487" y="4863701"/>
            <a:ext cx="4287849" cy="1463040"/>
          </a:xfrm>
        </p:spPr>
        <p:txBody>
          <a:bodyPr/>
          <a:lstStyle/>
          <a:p>
            <a:pPr algn="ctr"/>
            <a:r>
              <a:rPr lang="en-US" sz="1800" dirty="0"/>
              <a:t>Create relationships between objects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7DB0714-DE8D-798E-D328-16423E5FCD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69723" y="4893546"/>
            <a:ext cx="3845756" cy="1070844"/>
          </a:xfrm>
        </p:spPr>
        <p:txBody>
          <a:bodyPr/>
          <a:lstStyle/>
          <a:p>
            <a:pPr algn="ctr"/>
            <a:r>
              <a:rPr lang="en-US" sz="1800" dirty="0"/>
              <a:t>Designing around requirements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BB3B78-24A1-134B-F931-8014DA2B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 descr="110+ Object Oriented Programming Illustrations - iStock">
            <a:extLst>
              <a:ext uri="{FF2B5EF4-FFF2-40B4-BE49-F238E27FC236}">
                <a16:creationId xmlns:a16="http://schemas.microsoft.com/office/drawing/2014/main" id="{5511DB42-A14C-479B-668B-8322430A6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46" b="96242" l="9885" r="89951">
                        <a14:foregroundMark x1="44316" y1="11765" x2="53048" y2="9150"/>
                        <a14:foregroundMark x1="53048" y1="9150" x2="55354" y2="10131"/>
                        <a14:foregroundMark x1="57496" y1="10948" x2="43657" y2="11438"/>
                        <a14:foregroundMark x1="43657" y1="11438" x2="32784" y2="20915"/>
                        <a14:foregroundMark x1="32784" y1="20915" x2="49259" y2="26471"/>
                        <a14:foregroundMark x1="49259" y1="26471" x2="55189" y2="15523"/>
                        <a14:foregroundMark x1="55189" y1="15523" x2="44316" y2="12745"/>
                        <a14:foregroundMark x1="76606" y1="32190" x2="72817" y2="20915"/>
                        <a14:foregroundMark x1="72817" y1="20915" x2="64086" y2="10948"/>
                        <a14:foregroundMark x1="64086" y1="10948" x2="54695" y2="6046"/>
                        <a14:foregroundMark x1="54695" y1="6046" x2="37661" y2="8806"/>
                        <a14:foregroundMark x1="26648" y1="18759" x2="21814" y2="33435"/>
                        <a14:foregroundMark x1="22704" y1="39660" x2="22811" y2="40076"/>
                        <a14:foregroundMark x1="72329" y1="52840" x2="76487" y2="41656"/>
                        <a14:foregroundMark x1="77547" y1="37453" x2="75709" y2="30683"/>
                        <a14:foregroundMark x1="44253" y1="93122" x2="48013" y2="94886"/>
                        <a14:foregroundMark x1="44090" y1="93162" x2="47466" y2="94225"/>
                        <a14:foregroundMark x1="44152" y1="15196" x2="57825" y2="33333"/>
                        <a14:foregroundMark x1="57825" y1="33333" x2="54530" y2="19444"/>
                        <a14:foregroundMark x1="54530" y1="19444" x2="40362" y2="15033"/>
                        <a14:foregroundMark x1="40362" y1="15033" x2="39374" y2="15850"/>
                        <a14:foregroundMark x1="31466" y1="55882" x2="40033" y2="76144"/>
                        <a14:foregroundMark x1="40033" y1="76144" x2="49094" y2="79412"/>
                        <a14:foregroundMark x1="49094" y1="79412" x2="58649" y2="73039"/>
                        <a14:foregroundMark x1="58649" y1="73039" x2="64415" y2="62908"/>
                        <a14:foregroundMark x1="64415" y1="62908" x2="57002" y2="53431"/>
                        <a14:foregroundMark x1="57002" y1="53431" x2="38386" y2="59804"/>
                        <a14:foregroundMark x1="42504" y1="85784" x2="54201" y2="87908"/>
                        <a14:foregroundMark x1="54201" y1="87908" x2="43328" y2="85458"/>
                        <a14:foregroundMark x1="43328" y1="85458" x2="41845" y2="85621"/>
                        <a14:backgroundMark x1="63097" y1="82680" x2="69357" y2="62582"/>
                        <a14:backgroundMark x1="69357" y1="62582" x2="72817" y2="58824"/>
                        <a14:backgroundMark x1="66886" y1="73366" x2="66063" y2="80392"/>
                        <a14:backgroundMark x1="68369" y1="72712" x2="66886" y2="62908"/>
                        <a14:backgroundMark x1="66886" y1="62908" x2="73641" y2="54248"/>
                        <a14:backgroundMark x1="73641" y1="54248" x2="74300" y2="54085"/>
                        <a14:backgroundMark x1="77759" y1="37418" x2="78418" y2="41340"/>
                        <a14:backgroundMark x1="69028" y1="63072" x2="66886" y2="75000"/>
                        <a14:backgroundMark x1="66886" y1="75000" x2="66392" y2="75654"/>
                        <a14:backgroundMark x1="36124" y1="80883" x2="30313" y2="80229"/>
                        <a14:backgroundMark x1="62273" y1="83824" x2="57549" y2="83293"/>
                        <a14:backgroundMark x1="63921" y1="78595" x2="60132" y2="82026"/>
                        <a14:backgroundMark x1="29127" y1="56803" x2="28007" y2="52778"/>
                        <a14:backgroundMark x1="28007" y1="52778" x2="17298" y2="46895"/>
                        <a14:backgroundMark x1="27348" y1="57190" x2="27472" y2="57455"/>
                        <a14:backgroundMark x1="22076" y1="40359" x2="25041" y2="47549"/>
                        <a14:backgroundMark x1="26194" y1="15033" x2="36903" y2="6536"/>
                        <a14:backgroundMark x1="36079" y1="8497" x2="35914" y2="9314"/>
                        <a14:backgroundMark x1="21417" y1="33497" x2="22405" y2="39706"/>
                        <a14:backgroundMark x1="51565" y1="97712" x2="54860" y2="95752"/>
                        <a14:backgroundMark x1="41773" y1="92034" x2="42175" y2="93627"/>
                        <a14:backgroundMark x1="51565" y1="97712" x2="55848" y2="97712"/>
                        <a14:backgroundMark x1="52389" y1="96895" x2="51236" y2="96732"/>
                        <a14:backgroundMark x1="53213" y1="96242" x2="50082" y2="97386"/>
                        <a14:backgroundMark x1="26853" y1="56863" x2="27198" y2="57563"/>
                        <a14:backgroundMark x1="72158" y1="54739" x2="73476" y2="50980"/>
                        <a14:backgroundMark x1="78254" y1="36438" x2="77595" y2="35458"/>
                      </a14:backgroundRemoval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691" y="2069685"/>
            <a:ext cx="2224817" cy="224314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8" name="Picture 7" descr="UML Class Diagram - GeeksforGeeks">
            <a:extLst>
              <a:ext uri="{FF2B5EF4-FFF2-40B4-BE49-F238E27FC236}">
                <a16:creationId xmlns:a16="http://schemas.microsoft.com/office/drawing/2014/main" id="{3256AE99-3830-3343-EA35-90F5780D8A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414488" y="2171641"/>
            <a:ext cx="4287849" cy="2141187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10" name="Picture 9" descr="Top Programming Languages Methodology 2025 - IEEE Spectrum">
            <a:extLst>
              <a:ext uri="{FF2B5EF4-FFF2-40B4-BE49-F238E27FC236}">
                <a16:creationId xmlns:a16="http://schemas.microsoft.com/office/drawing/2014/main" id="{BB35C869-885D-61D2-07E6-C2638FD713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848677" y="2171641"/>
            <a:ext cx="4287849" cy="214392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9725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OOP?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Object-Orientated Programming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1541-1C62-DBB2-A9EE-05E8DC22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BD7928-021C-E073-2B52-CECB0EF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Object-Orientated Structure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9401C71-A07F-10F9-AC2A-871ED877FE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24013" y="4230528"/>
            <a:ext cx="1776140" cy="555427"/>
          </a:xfrm>
        </p:spPr>
        <p:txBody>
          <a:bodyPr/>
          <a:lstStyle/>
          <a:p>
            <a:r>
              <a:rPr lang="en-US" sz="3600" dirty="0">
                <a:latin typeface="+mj-lt"/>
              </a:rPr>
              <a:t>Object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587DD1A-F549-FC10-1B7F-E41C607CA49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79995" y="4240093"/>
            <a:ext cx="1776140" cy="555427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Class</a:t>
            </a:r>
          </a:p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BD523E0-12A8-FD37-C343-E51A15B486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68031" y="4240093"/>
            <a:ext cx="1776140" cy="555427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Method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D543BF5-042A-E1C5-631F-742774C56F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12049" y="4240093"/>
            <a:ext cx="1899956" cy="555427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Attribute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CB7FCD-37BA-E6DE-4B41-99FE57A5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0B56665-A2A6-09EA-0755-7AAE82959C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106" b="1106"/>
          <a:stretch>
            <a:fillRect/>
          </a:stretch>
        </p:blipFill>
        <p:spPr>
          <a:xfrm>
            <a:off x="3913616" y="1602755"/>
            <a:ext cx="2011171" cy="2011171"/>
          </a:xfrm>
          <a:prstGeom prst="ellipse">
            <a:avLst/>
          </a:prstGeom>
          <a:pattFill prst="wdUpDiag">
            <a:fgClr>
              <a:srgbClr val="0C4360"/>
            </a:fgClr>
            <a:bgClr>
              <a:srgbClr val="0065A4">
                <a:lumMod val="50000"/>
              </a:srgbClr>
            </a:bgClr>
          </a:pattFill>
          <a:ln w="38100">
            <a:solidFill>
              <a:srgbClr val="47C3D3"/>
            </a:solidFill>
          </a:ln>
        </p:spPr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9141CD24-A874-E05A-5275-B79D7A3703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-23991" t="-21466" r="-21386" b="-23911"/>
          <a:stretch>
            <a:fillRect/>
          </a:stretch>
        </p:blipFill>
        <p:spPr>
          <a:xfrm>
            <a:off x="1669191" y="1602753"/>
            <a:ext cx="2011170" cy="2011171"/>
          </a:xfrm>
          <a:prstGeom prst="ellipse">
            <a:avLst/>
          </a:prstGeom>
          <a:pattFill prst="wdUpDiag">
            <a:fgClr>
              <a:srgbClr val="0C4360"/>
            </a:fgClr>
            <a:bgClr>
              <a:srgbClr val="0065A4">
                <a:lumMod val="50000"/>
              </a:srgbClr>
            </a:bgClr>
          </a:pattFill>
          <a:ln w="38100">
            <a:solidFill>
              <a:srgbClr val="47C3D3"/>
            </a:solidFill>
          </a:ln>
        </p:spPr>
      </p:pic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7C7DFB37-2157-2FEA-8FF0-0FB19EF9BBB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l="11667" t="13439" r="13765" b="11993"/>
          <a:stretch>
            <a:fillRect/>
          </a:stretch>
        </p:blipFill>
        <p:spPr>
          <a:xfrm>
            <a:off x="6157226" y="1602753"/>
            <a:ext cx="2011170" cy="2011170"/>
          </a:xfrm>
          <a:prstGeom prst="ellipse">
            <a:avLst/>
          </a:prstGeom>
          <a:pattFill prst="wdUpDiag">
            <a:fgClr>
              <a:srgbClr val="0C4360"/>
            </a:fgClr>
            <a:bgClr>
              <a:srgbClr val="0065A4">
                <a:lumMod val="50000"/>
              </a:srgbClr>
            </a:bgClr>
          </a:pattFill>
          <a:ln w="38100">
            <a:solidFill>
              <a:srgbClr val="47C3D3"/>
            </a:solidFill>
          </a:ln>
        </p:spPr>
      </p:pic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640D9D20-6B47-773E-5530-D6792F16B51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l="-13640" t="-9951" r="-9445" b="-13134"/>
          <a:stretch>
            <a:fillRect/>
          </a:stretch>
        </p:blipFill>
        <p:spPr>
          <a:xfrm>
            <a:off x="8400835" y="1602243"/>
            <a:ext cx="2011680" cy="2011680"/>
          </a:xfrm>
          <a:prstGeom prst="ellipse">
            <a:avLst/>
          </a:prstGeom>
          <a:pattFill prst="wdUpDiag">
            <a:fgClr>
              <a:srgbClr val="0C4360"/>
            </a:fgClr>
            <a:bgClr>
              <a:srgbClr val="0065A4">
                <a:lumMod val="50000"/>
              </a:srgbClr>
            </a:bgClr>
          </a:pattFill>
          <a:ln w="38100">
            <a:solidFill>
              <a:srgbClr val="47C3D3"/>
            </a:solidFill>
          </a:ln>
        </p:spPr>
      </p:pic>
    </p:spTree>
    <p:extLst>
      <p:ext uri="{BB962C8B-B14F-4D97-AF65-F5344CB8AC3E}">
        <p14:creationId xmlns:p14="http://schemas.microsoft.com/office/powerpoint/2010/main" val="97144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Object-Orientated Structure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24013" y="4230528"/>
            <a:ext cx="1776140" cy="555427"/>
          </a:xfrm>
        </p:spPr>
        <p:txBody>
          <a:bodyPr/>
          <a:lstStyle/>
          <a:p>
            <a:r>
              <a:rPr lang="en-US" sz="3600" dirty="0">
                <a:latin typeface="+mj-lt"/>
              </a:rPr>
              <a:t>Object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79995" y="4240093"/>
            <a:ext cx="1776140" cy="555427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Class</a:t>
            </a:r>
          </a:p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68031" y="4240093"/>
            <a:ext cx="1776140" cy="555427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Method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12049" y="4240093"/>
            <a:ext cx="1899956" cy="555427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Arial" panose="020B0604020202020204" pitchFamily="34" charset="0"/>
              </a:rPr>
              <a:t>Attribute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B8F6690-8610-B743-5D1F-E13FD67A573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106" b="1106"/>
          <a:stretch>
            <a:fillRect/>
          </a:stretch>
        </p:blipFill>
        <p:spPr>
          <a:xfrm>
            <a:off x="3913616" y="1602755"/>
            <a:ext cx="2011171" cy="2011171"/>
          </a:xfrm>
          <a:prstGeom prst="ellipse">
            <a:avLst/>
          </a:prstGeom>
          <a:pattFill prst="wdUpDiag">
            <a:fgClr>
              <a:srgbClr val="0C4360"/>
            </a:fgClr>
            <a:bgClr>
              <a:srgbClr val="0065A4">
                <a:lumMod val="50000"/>
              </a:srgbClr>
            </a:bgClr>
          </a:pattFill>
          <a:ln w="38100">
            <a:solidFill>
              <a:srgbClr val="47C3D3"/>
            </a:solidFill>
          </a:ln>
        </p:spPr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684B9FC1-2DBB-5156-63BF-C873732483F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-23991" t="-21466" r="-21386" b="-23911"/>
          <a:stretch>
            <a:fillRect/>
          </a:stretch>
        </p:blipFill>
        <p:spPr>
          <a:xfrm>
            <a:off x="1669191" y="1602753"/>
            <a:ext cx="2011170" cy="2011171"/>
          </a:xfrm>
          <a:prstGeom prst="ellipse">
            <a:avLst/>
          </a:prstGeom>
          <a:pattFill prst="wdUpDiag">
            <a:fgClr>
              <a:srgbClr val="0C4360"/>
            </a:fgClr>
            <a:bgClr>
              <a:srgbClr val="0065A4">
                <a:lumMod val="50000"/>
              </a:srgbClr>
            </a:bgClr>
          </a:pattFill>
          <a:ln w="38100">
            <a:solidFill>
              <a:srgbClr val="47C3D3"/>
            </a:solidFill>
          </a:ln>
        </p:spPr>
      </p:pic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A940FF42-29AD-3057-3846-2A3BC7D9EC95}"/>
              </a:ext>
            </a:extLst>
          </p:cNvPr>
          <p:cNvSpPr txBox="1">
            <a:spLocks/>
          </p:cNvSpPr>
          <p:nvPr/>
        </p:nvSpPr>
        <p:spPr>
          <a:xfrm>
            <a:off x="4024013" y="4916328"/>
            <a:ext cx="1776140" cy="5554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+mj-lt"/>
              </a:rPr>
              <a:t>The specific item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F497CD6A-9DBD-F74B-3516-2A25094EB4A2}"/>
              </a:ext>
            </a:extLst>
          </p:cNvPr>
          <p:cNvSpPr txBox="1">
            <a:spLocks/>
          </p:cNvSpPr>
          <p:nvPr/>
        </p:nvSpPr>
        <p:spPr>
          <a:xfrm>
            <a:off x="1779995" y="4925893"/>
            <a:ext cx="1776140" cy="5554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  <a:latin typeface="Trebuchet MS"/>
              </a:rPr>
              <a:t>Blueprint for an item</a:t>
            </a:r>
          </a:p>
          <a:p>
            <a:endParaRPr lang="en-US" sz="900" dirty="0"/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83DF6217-21C3-21E5-484D-08B09D49B88F}"/>
              </a:ext>
            </a:extLst>
          </p:cNvPr>
          <p:cNvSpPr txBox="1">
            <a:spLocks/>
          </p:cNvSpPr>
          <p:nvPr/>
        </p:nvSpPr>
        <p:spPr>
          <a:xfrm>
            <a:off x="6268031" y="4925893"/>
            <a:ext cx="1776140" cy="5554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  <a:latin typeface="Trebuchet MS"/>
              </a:rPr>
              <a:t>An item's function(s)</a:t>
            </a:r>
            <a:endParaRPr lang="en-US" sz="900" dirty="0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7E0B6DFF-86D0-AFEC-82FC-23FF04E531D3}"/>
              </a:ext>
            </a:extLst>
          </p:cNvPr>
          <p:cNvSpPr txBox="1">
            <a:spLocks/>
          </p:cNvSpPr>
          <p:nvPr/>
        </p:nvSpPr>
        <p:spPr>
          <a:xfrm>
            <a:off x="8512049" y="4925893"/>
            <a:ext cx="1899956" cy="5554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  <a:latin typeface="Trebuchet MS"/>
              </a:rPr>
              <a:t>An item’s description</a:t>
            </a:r>
            <a:endParaRPr lang="en-US" sz="900" dirty="0"/>
          </a:p>
        </p:txBody>
      </p:sp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016045B9-4201-64FD-F426-8593B896DFA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l="11667" t="13439" r="13765" b="11993"/>
          <a:stretch>
            <a:fillRect/>
          </a:stretch>
        </p:blipFill>
        <p:spPr>
          <a:xfrm>
            <a:off x="6157226" y="1602753"/>
            <a:ext cx="2011170" cy="2011170"/>
          </a:xfrm>
          <a:prstGeom prst="ellipse">
            <a:avLst/>
          </a:prstGeom>
          <a:pattFill prst="wdUpDiag">
            <a:fgClr>
              <a:srgbClr val="0C4360"/>
            </a:fgClr>
            <a:bgClr>
              <a:srgbClr val="0065A4">
                <a:lumMod val="50000"/>
              </a:srgbClr>
            </a:bgClr>
          </a:pattFill>
          <a:ln w="38100">
            <a:solidFill>
              <a:srgbClr val="47C3D3"/>
            </a:solidFill>
          </a:ln>
        </p:spPr>
      </p:pic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CCFFE2BB-EB51-5093-6F7F-FBAA6027E2E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l="-13640" t="-9951" r="-9445" b="-13134"/>
          <a:stretch>
            <a:fillRect/>
          </a:stretch>
        </p:blipFill>
        <p:spPr>
          <a:xfrm>
            <a:off x="8400835" y="1602243"/>
            <a:ext cx="2011680" cy="2011680"/>
          </a:xfrm>
          <a:prstGeom prst="ellipse">
            <a:avLst/>
          </a:prstGeom>
          <a:pattFill prst="wdUpDiag">
            <a:fgClr>
              <a:srgbClr val="0C4360"/>
            </a:fgClr>
            <a:bgClr>
              <a:srgbClr val="0065A4">
                <a:lumMod val="50000"/>
              </a:srgbClr>
            </a:bgClr>
          </a:pattFill>
          <a:ln w="38100">
            <a:solidFill>
              <a:srgbClr val="47C3D3"/>
            </a:solidFill>
          </a:ln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6227605" cy="535531"/>
          </a:xfrm>
        </p:spPr>
        <p:txBody>
          <a:bodyPr/>
          <a:lstStyle/>
          <a:p>
            <a:r>
              <a:rPr lang="en-US" dirty="0"/>
              <a:t>Object-Orientated Principles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68969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Encapsulation:</a:t>
            </a:r>
          </a:p>
          <a:p>
            <a:pPr marL="0" indent="0">
              <a:buNone/>
            </a:pPr>
            <a:r>
              <a:rPr lang="en-US" sz="1800" dirty="0"/>
              <a:t>Private data should stay private; It should only be manipulated by the object that owns it (calling getter/setter methods).</a:t>
            </a:r>
          </a:p>
          <a:p>
            <a:pPr marL="0" indent="0">
              <a:buNone/>
            </a:pPr>
            <a:r>
              <a:rPr lang="en-US" sz="1800" b="1" dirty="0"/>
              <a:t>Abstraction:</a:t>
            </a:r>
          </a:p>
          <a:p>
            <a:pPr marL="0" indent="0">
              <a:buNone/>
            </a:pPr>
            <a:r>
              <a:rPr lang="en-US" sz="1800" dirty="0"/>
              <a:t>Inner workings should remain hidden. The end user should only see the result of the work done, not the process.</a:t>
            </a:r>
          </a:p>
          <a:p>
            <a:pPr marL="0" indent="0">
              <a:buNone/>
            </a:pPr>
            <a:r>
              <a:rPr lang="en-US" sz="1800" b="1" dirty="0"/>
              <a:t>Inheritance:</a:t>
            </a:r>
          </a:p>
          <a:p>
            <a:pPr marL="0" indent="0">
              <a:buNone/>
            </a:pPr>
            <a:r>
              <a:rPr lang="en-US" sz="1800" dirty="0"/>
              <a:t>Prevents repetition by allowing an object to inherit its features, properties and methods from another while building additional functionality </a:t>
            </a:r>
          </a:p>
          <a:p>
            <a:pPr marL="0" indent="0">
              <a:buNone/>
            </a:pPr>
            <a:r>
              <a:rPr lang="en-US" sz="1800" b="1" dirty="0"/>
              <a:t>Polymorphism</a:t>
            </a:r>
          </a:p>
          <a:p>
            <a:pPr marL="0" indent="0">
              <a:buNone/>
            </a:pPr>
            <a:r>
              <a:rPr lang="en-US" sz="1800" dirty="0"/>
              <a:t>Allows child classes to override or overload parent features, attributes or functionality.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633E5F-A132-128A-C58E-D297137298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09811" y="1322252"/>
            <a:ext cx="6504803" cy="383313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A5CE8-EC0C-C461-01BF-A8A478BB2930}"/>
              </a:ext>
            </a:extLst>
          </p:cNvPr>
          <p:cNvSpPr txBox="1">
            <a:spLocks/>
          </p:cNvSpPr>
          <p:nvPr/>
        </p:nvSpPr>
        <p:spPr>
          <a:xfrm>
            <a:off x="444500" y="1139372"/>
            <a:ext cx="6760718" cy="365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Very </a:t>
            </a:r>
            <a:r>
              <a:rPr kumimoji="0" lang="en-US" sz="1100" b="0" i="0" u="none" strike="noStrike" kern="1200" cap="none" spc="3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very</a:t>
            </a:r>
            <a:r>
              <a:rPr kumimoji="0" lang="en-US" sz="11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briefly…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OOP useful?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292101" y="1630363"/>
            <a:ext cx="4224020" cy="823912"/>
          </a:xfrm>
        </p:spPr>
        <p:txBody>
          <a:bodyPr/>
          <a:lstStyle/>
          <a:p>
            <a:r>
              <a:rPr lang="en-US" dirty="0"/>
              <a:t>Makes translating the real world easier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87810" y="1630363"/>
            <a:ext cx="3958148" cy="823912"/>
          </a:xfrm>
        </p:spPr>
        <p:txBody>
          <a:bodyPr/>
          <a:lstStyle/>
          <a:p>
            <a:r>
              <a:rPr lang="en-US" dirty="0"/>
              <a:t>Most things are built layer-by-layer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292101" y="2454275"/>
            <a:ext cx="4224020" cy="3684588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Things have functions - your phone sends and receives calls, texts as well as calculates sums, keeps time </a:t>
            </a:r>
            <a:r>
              <a:rPr lang="en-US" dirty="0" err="1"/>
              <a:t>etc</a:t>
            </a:r>
            <a:r>
              <a:rPr lang="en-US" dirty="0"/>
              <a:t> etc.</a:t>
            </a:r>
          </a:p>
          <a:p>
            <a:pPr>
              <a:buFontTx/>
              <a:buChar char="-"/>
            </a:pPr>
            <a:r>
              <a:rPr lang="en-US" dirty="0"/>
              <a:t>Humans naturally think about the world in terms of objects and responsibilities</a:t>
            </a:r>
          </a:p>
          <a:p>
            <a:pPr lvl="1">
              <a:buFontTx/>
              <a:buChar char="-"/>
            </a:pPr>
            <a:r>
              <a:rPr lang="en-US" dirty="0"/>
              <a:t>You don’t try to make a call from your hand - because your hand does not have that function (duh).</a:t>
            </a:r>
          </a:p>
          <a:p>
            <a:pPr lvl="1">
              <a:buFontTx/>
              <a:buChar char="-"/>
            </a:pPr>
            <a:r>
              <a:rPr lang="en-US" dirty="0"/>
              <a:t>Similarly, you don’t try to pick up a knife and fork with your phone.</a:t>
            </a:r>
          </a:p>
          <a:p>
            <a:pPr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7868318" y="2454275"/>
            <a:ext cx="3977640" cy="3684588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Engines have engine blocks, pistons, pipes, pumps, belts, gears, screws. Each of these things added one on top of the other creates the whole.</a:t>
            </a:r>
          </a:p>
          <a:p>
            <a:pPr>
              <a:buFontTx/>
              <a:buChar char="-"/>
            </a:pPr>
            <a:r>
              <a:rPr lang="en-US" dirty="0"/>
              <a:t>Houses have foundations, block/timber framing, rafters/trusses, plaster, tiles </a:t>
            </a: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But things are done in a specific order</a:t>
            </a:r>
          </a:p>
          <a:p>
            <a:pPr>
              <a:buFontTx/>
              <a:buChar char="-"/>
            </a:pPr>
            <a:r>
              <a:rPr lang="en-US" dirty="0"/>
              <a:t>OOP emulates that physical order in a programmatic way</a:t>
            </a:r>
          </a:p>
        </p:txBody>
      </p:sp>
      <p:pic>
        <p:nvPicPr>
          <p:cNvPr id="10" name="Picture 9" descr="Two layer Vectors - Download Free High-Quality Vectors | Magnific (formerly  Freepik)">
            <a:extLst>
              <a:ext uri="{FF2B5EF4-FFF2-40B4-BE49-F238E27FC236}">
                <a16:creationId xmlns:a16="http://schemas.microsoft.com/office/drawing/2014/main" id="{D10CF720-F74C-2C94-9C96-A13FF683C9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31" t="14798" r="23549" b="30137"/>
          <a:stretch>
            <a:fillRect/>
          </a:stretch>
        </p:blipFill>
        <p:spPr>
          <a:xfrm>
            <a:off x="4192859" y="1427479"/>
            <a:ext cx="3904740" cy="414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Exercise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7506DE-107A-57C7-6C42-0F35064D5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3A5C145-C533-415B-B523-4636A6CE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Custom Car Dealership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64D9E-3BB9-4169-5FFF-38B8AF35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10</a:t>
            </a:fld>
            <a:endParaRPr lang="en-US" noProof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AFCE2B4-95FB-A564-BE06-C81009CBE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500" y="3023627"/>
            <a:ext cx="5845675" cy="1591245"/>
          </a:xfrm>
        </p:spPr>
        <p:txBody>
          <a:bodyPr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 custom car dealership allows customers to build a car by choosing an engine, body style, color and wheels. You are tasked with building this system.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0458796-8EF2-B807-D800-41DDC3BA62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85000"/>
          </a:blip>
          <a:srcRect l="67956" r="906"/>
          <a:stretch>
            <a:fillRect/>
          </a:stretch>
        </p:blipFill>
        <p:spPr>
          <a:xfrm>
            <a:off x="10025677" y="1964131"/>
            <a:ext cx="1632923" cy="37102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BD1B45F1-2E58-D0B1-65CC-66FF3E6BF20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85000"/>
          </a:blip>
          <a:srcRect l="34094" r="32044"/>
          <a:stretch>
            <a:fillRect/>
          </a:stretch>
        </p:blipFill>
        <p:spPr>
          <a:xfrm>
            <a:off x="8249920" y="1964130"/>
            <a:ext cx="1775757" cy="37102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Placeholder 6">
            <a:extLst>
              <a:ext uri="{FF2B5EF4-FFF2-40B4-BE49-F238E27FC236}">
                <a16:creationId xmlns:a16="http://schemas.microsoft.com/office/drawing/2014/main" id="{04FA695B-06DB-685A-09C7-3097D7742B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alphaModFix amt="85000"/>
          </a:blip>
          <a:srcRect l="231" r="65907"/>
          <a:stretch>
            <a:fillRect/>
          </a:stretch>
        </p:blipFill>
        <p:spPr>
          <a:xfrm>
            <a:off x="6474163" y="1964129"/>
            <a:ext cx="1775757" cy="37102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9206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BFAA3-457C-0081-C616-106001AC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39209A-1327-39B2-769E-8D992D07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E82B61D-0136-AC01-AE14-5BEA31AC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The Artist’s Mannequin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E575296-AD98-CC42-73B6-F0CF42C3275B}"/>
              </a:ext>
            </a:extLst>
          </p:cNvPr>
          <p:cNvSpPr txBox="1">
            <a:spLocks/>
          </p:cNvSpPr>
          <p:nvPr/>
        </p:nvSpPr>
        <p:spPr>
          <a:xfrm>
            <a:off x="443365" y="1356360"/>
            <a:ext cx="5184437" cy="48206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C3D3"/>
              </a:buClr>
              <a:buSzTx/>
              <a:buFontTx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many individual components can you see?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C3D3"/>
              </a:buClr>
              <a:buSzTx/>
              <a:buFontTx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Who is it aimed towards?</a:t>
            </a: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7C3D3"/>
              </a:buClr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What might they want to do with it?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C3D3"/>
              </a:buClr>
              <a:buSzTx/>
              <a:buFontTx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Does it have all the same components as you?</a:t>
            </a: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7C3D3"/>
              </a:buClr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 is it just a representation of your shape?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7C3D3"/>
              </a:buClr>
              <a:buSzTx/>
              <a:buFontTx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Design around the responsibilities you need to fulfill, not around every detail/function that is possible.</a:t>
            </a:r>
          </a:p>
        </p:txBody>
      </p:sp>
      <p:pic>
        <p:nvPicPr>
          <p:cNvPr id="11" name="Picture 10" descr="Kurtzy 30.5cm/12 inch Wooden Human Body Drawing Mannequin with Stand -  Flexible Joints Artist Manikin Wood Model - Articulated Unisex Art Figure  for Sketching &amp; Painting - Perfect for Home Decoration :">
            <a:extLst>
              <a:ext uri="{FF2B5EF4-FFF2-40B4-BE49-F238E27FC236}">
                <a16:creationId xmlns:a16="http://schemas.microsoft.com/office/drawing/2014/main" id="{2E9190FB-F1AA-8760-870E-F4AF52E5F6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58971" y="1011238"/>
            <a:ext cx="5165725" cy="5165725"/>
          </a:xfrm>
          <a:prstGeom prst="rect">
            <a:avLst/>
          </a:prstGeom>
          <a:effectLst>
            <a:outerShdw blurRad="228600" dist="330200" dir="2400000" sx="108000" sy="108000" algn="ctr" rotWithShape="0">
              <a:srgbClr val="000000">
                <a:alpha val="43137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480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36BCC-D38D-75A8-6DB0-5867EED33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0BD1913-9EBD-8AF8-7ADE-FE12FEF2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Custom Car Dealership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7420D-A3C9-8F22-C831-B5913D33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12</a:t>
            </a:fld>
            <a:endParaRPr lang="en-US" noProof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16502D68-F106-DD02-D048-C389FD750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500" y="3023627"/>
            <a:ext cx="5845675" cy="1591245"/>
          </a:xfrm>
        </p:spPr>
        <p:txBody>
          <a:bodyPr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 custom car dealership allows customers to build a car by choosing an engine, body style, color and wheels. You are tasked with building this system.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8FF2D54-C280-1FE8-FA88-70A513A48A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85000"/>
          </a:blip>
          <a:srcRect l="67956" r="906"/>
          <a:stretch>
            <a:fillRect/>
          </a:stretch>
        </p:blipFill>
        <p:spPr>
          <a:xfrm>
            <a:off x="10025677" y="1964131"/>
            <a:ext cx="1632923" cy="37102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647796C2-664E-A0F5-C30A-CAB22B32A11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alphaModFix amt="85000"/>
          </a:blip>
          <a:srcRect l="34094" r="32044"/>
          <a:stretch>
            <a:fillRect/>
          </a:stretch>
        </p:blipFill>
        <p:spPr>
          <a:xfrm>
            <a:off x="8249920" y="1964130"/>
            <a:ext cx="1775757" cy="37102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Placeholder 6">
            <a:extLst>
              <a:ext uri="{FF2B5EF4-FFF2-40B4-BE49-F238E27FC236}">
                <a16:creationId xmlns:a16="http://schemas.microsoft.com/office/drawing/2014/main" id="{DE8156AF-BCFF-4550-9B00-4A1334BE83D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alphaModFix amt="85000"/>
          </a:blip>
          <a:srcRect l="231" r="65907"/>
          <a:stretch>
            <a:fillRect/>
          </a:stretch>
        </p:blipFill>
        <p:spPr>
          <a:xfrm>
            <a:off x="6474163" y="1964129"/>
            <a:ext cx="1775757" cy="37102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7591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CD921-6518-AEB9-A4A6-7D513CA0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5F9F-36DB-61C6-7994-5492E263C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1750" y="2175468"/>
            <a:ext cx="7747279" cy="2122011"/>
          </a:xfrm>
        </p:spPr>
        <p:txBody>
          <a:bodyPr/>
          <a:lstStyle/>
          <a:p>
            <a:pPr fontAlgn="t"/>
            <a:r>
              <a:rPr lang="en-US" b="0" dirty="0"/>
              <a:t>Why Not Everything Needs to Be a Class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6D0E3-DE00-51FC-B4AB-28657137E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1750" y="4379775"/>
            <a:ext cx="7747279" cy="8686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00" dirty="0"/>
              <a:t>Christopher Bolger – 3</a:t>
            </a:r>
            <a:r>
              <a:rPr lang="en-US" sz="1100" baseline="30000" dirty="0"/>
              <a:t>rd</a:t>
            </a:r>
            <a:r>
              <a:rPr lang="en-US" sz="1100" dirty="0"/>
              <a:t> Year Computer Science – Game Development</a:t>
            </a:r>
          </a:p>
        </p:txBody>
      </p:sp>
    </p:spTree>
    <p:extLst>
      <p:ext uri="{BB962C8B-B14F-4D97-AF65-F5344CB8AC3E}">
        <p14:creationId xmlns:p14="http://schemas.microsoft.com/office/powerpoint/2010/main" val="553825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D27F-3CC6-9771-E166-50D33828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375958"/>
            <a:ext cx="11214100" cy="535531"/>
          </a:xfrm>
        </p:spPr>
        <p:txBody>
          <a:bodyPr/>
          <a:lstStyle/>
          <a:p>
            <a:r>
              <a:rPr lang="en-IE" dirty="0"/>
              <a:t>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35ECEE-8C85-0278-14D6-3E585A39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2F434-CB09-0A9B-B523-D38AF9543E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3670299"/>
            <a:ext cx="9389533" cy="2035628"/>
          </a:xfrm>
        </p:spPr>
        <p:txBody>
          <a:bodyPr/>
          <a:lstStyle/>
          <a:p>
            <a:pPr marL="0" indent="0">
              <a:buNone/>
            </a:pPr>
            <a:r>
              <a:rPr lang="en-IE" dirty="0">
                <a:solidFill>
                  <a:schemeClr val="accent3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https://codeinstitute.net/global/blog/object-oriented-programming/</a:t>
            </a:r>
            <a:endParaRPr lang="en-I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E" dirty="0">
                <a:solidFill>
                  <a:schemeClr val="accent3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https://medium.com/free-code-camp/object-oriented-programming-concepts-21bb035f7260</a:t>
            </a:r>
            <a:endParaRPr lang="en-IE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564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5997-8D64-7BD4-8160-58F013F30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B7B9DBA-4EA0-399B-4D99-C10CD83CE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B1B7A-C936-BAD4-DE8C-F18455C0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15</a:t>
            </a:fld>
            <a:endParaRPr lang="en-US" noProof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2D5F2A-E3FD-FCD1-D356-D7C33509C6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353" r="353"/>
          <a:stretch/>
        </p:blipFill>
        <p:spPr>
          <a:xfrm>
            <a:off x="6816446" y="1722427"/>
            <a:ext cx="3462627" cy="34872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F35AF8-285A-5B5C-2D0F-C9B95F3B7E83}"/>
              </a:ext>
            </a:extLst>
          </p:cNvPr>
          <p:cNvSpPr txBox="1"/>
          <p:nvPr/>
        </p:nvSpPr>
        <p:spPr>
          <a:xfrm>
            <a:off x="443365" y="3662673"/>
            <a:ext cx="559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https://github.com/christopher-bolger/CarDealership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90F39-BF72-48CC-68A3-93BAA3851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3263629"/>
            <a:ext cx="5184437" cy="2913333"/>
          </a:xfrm>
        </p:spPr>
        <p:txBody>
          <a:bodyPr/>
          <a:lstStyle/>
          <a:p>
            <a:pPr marL="0" indent="0">
              <a:buNone/>
            </a:pPr>
            <a:r>
              <a:rPr lang="en-IE" dirty="0"/>
              <a:t>Demo Code available to download:</a:t>
            </a:r>
          </a:p>
        </p:txBody>
      </p:sp>
    </p:spTree>
    <p:extLst>
      <p:ext uri="{BB962C8B-B14F-4D97-AF65-F5344CB8AC3E}">
        <p14:creationId xmlns:p14="http://schemas.microsoft.com/office/powerpoint/2010/main" val="39138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260</TotalTime>
  <Words>1371</Words>
  <Application>Microsoft Office PowerPoint</Application>
  <PresentationFormat>Widescreen</PresentationFormat>
  <Paragraphs>216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Trade Gothic LT Pro</vt:lpstr>
      <vt:lpstr>Trebuchet MS</vt:lpstr>
      <vt:lpstr>Office Theme</vt:lpstr>
      <vt:lpstr>Why Not Everything Needs to Be a Class</vt:lpstr>
      <vt:lpstr>Resources</vt:lpstr>
      <vt:lpstr>Workshop Aim</vt:lpstr>
      <vt:lpstr>What is OOP?</vt:lpstr>
      <vt:lpstr>Object-Orientated Structure</vt:lpstr>
      <vt:lpstr>Object-Orientated Structure</vt:lpstr>
      <vt:lpstr>Object-Orientated Principles</vt:lpstr>
      <vt:lpstr>Why is OOP useful?</vt:lpstr>
      <vt:lpstr>Modelling Exercise</vt:lpstr>
      <vt:lpstr>Custom Car Dealership</vt:lpstr>
      <vt:lpstr>The Artist’s Mannequin</vt:lpstr>
      <vt:lpstr>Custom Car Dealership</vt:lpstr>
      <vt:lpstr>Why Not Everything Needs to Be a Class</vt:lpstr>
      <vt:lpstr>Sources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(20111314) Christopher Bolger</dc:creator>
  <cp:lastModifiedBy>(20111314) Christopher Bolger</cp:lastModifiedBy>
  <cp:revision>1</cp:revision>
  <dcterms:created xsi:type="dcterms:W3CDTF">2026-10-17T16:41:49Z</dcterms:created>
  <dcterms:modified xsi:type="dcterms:W3CDTF">2026-10-18T21:33:22Z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